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5"/>
  </p:normalViewPr>
  <p:slideViewPr>
    <p:cSldViewPr>
      <p:cViewPr>
        <p:scale>
          <a:sx n="98" d="100"/>
          <a:sy n="98" d="100"/>
        </p:scale>
        <p:origin x="1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AF6F7-DF93-B8B6-1F68-B4AFDF723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B96038-363C-2D49-A7DC-193E970A7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23CB4C-60DF-539F-8DB2-5921B720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55938-731A-1C52-8C33-DCCCE125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F82B2-32D6-56C7-6FCB-7601A067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728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7B896-C5F6-39CD-4188-12EF0ACB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335E0-E955-F73E-F84A-9803A85B1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D4D58C-1F83-F6F7-72F5-3DBAB641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5012D-4227-EC4F-CAAE-59E26192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7C56C-4A72-5753-B576-183E139B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634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63844-D0AC-3FAE-C458-27F71764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54716D-071D-3B08-78B7-F5F01BE81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D226B-A1CC-DA20-DDE7-3A670A62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372789-B544-94E3-B710-F105FCEA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C8EC7-B41F-3C41-5BE1-EB7DAA57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164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AD4EC-7813-A5F3-8076-3D1F56C7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CFF5BD-D7AE-9C29-6EC6-71D081F85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A6CECE-8252-45B3-E3F8-E7DC723C6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69AF59-26D1-FE35-5369-0855D775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F8DBD4-BCA8-9501-92AE-EBF3C43F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A1C7AE-7B60-7C30-2A0C-7432E817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035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128EA-8EF6-3153-1B32-26EC3BED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47E50C-2022-2BCD-2E36-267EAF4EA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924632-6B26-12F3-EE85-AFD608B52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2C6B33-9F94-DD4C-A0BD-EB7B8D892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9B3534-E3A1-6262-C0AF-567C54F14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3C5035-0383-317E-E71C-602ECA23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3953C5-8A20-09D3-0722-D1187990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B25D16-18DC-2A14-2874-676D3C4F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424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68496-86C6-9337-ED7F-6EA6BB6C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FBE80B-57C4-D025-60F1-4E3943E7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E38DBF-FCF0-7B4C-14F9-2FCF72E9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397C17-EC90-909A-71E2-8A40CD8A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492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277B7D-D08A-1752-6F2A-C621012C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3E137B-C08F-7611-E914-F82057FA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6036BD-C05C-6454-0EF8-72DC1E13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338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9752F-C200-3A3E-451A-BA9DDCF5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3D0008-3B5D-2EE9-B4DB-5783DC667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8B2F15-3DD5-01B5-83EC-055CF2398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D71698-0FEB-C9A3-F292-ACAEB4B7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7D876-1026-2B68-2401-358ECA49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604817-00AC-5AC8-C6E1-6E3A97D8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904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1BD7E-F124-A69D-67DC-6B10AF87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B1E91C-0A5A-F995-0891-7105C601A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33C6D8-43D1-9304-7340-05928229B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29B07B-2CDC-7DB0-30A7-29C8B9E9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7EE2C8-9B9E-6E8B-D845-DB688B28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A4FB55-A5FE-0F95-3D3D-1A4915A1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387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70C1C-24DC-CA44-E8EB-D9FD2DB9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6748B0-1528-2BD9-F088-70FA93D32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6FA2E-1A45-2ACD-81B5-5B9B0AE5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60D7C-174D-15E7-6151-7A909B85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4DC7C-061F-819F-5361-32756A1F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856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5F60B1-5BC2-E865-A594-D908E9D54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B37D7A-C5CE-448F-7154-87927F0F1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C1D7F-5478-B344-1408-36DB1B22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6B1DA-F8D9-497E-13F3-53F3315C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18DA3-56BF-0533-C85B-15E1F62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140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3D9381-321A-43D2-8A27-7463C353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6A4027-5B30-D4F0-3178-C29AE6A45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7EF393-C8A5-3126-D5F3-C13E0B22C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9FD196-9D46-270A-BDBB-E73CF1B12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79BC3-BA17-BB0F-09E0-88215076C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971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16="http://schemas.microsoft.com/office/drawing/2014/main"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xmlns:a14="http://schemas.microsoft.com/office/drawing/2010/main" mc:Ignorable="a14">
  <p:c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组合 432">
            <a:extLst>
              <a:ext uri="{FF2B5EF4-FFF2-40B4-BE49-F238E27FC236}">
                <a16:creationId xmlns:a16="http://schemas.microsoft.com/office/drawing/2014/main" id="{A60F8EC1-4CA6-D5C9-1330-3D0F58953968}"/>
              </a:ext>
            </a:extLst>
          </p:cNvPr>
          <p:cNvGrpSpPr>
            <a:grpSpLocks noChangeAspect="1"/>
          </p:cNvGrpSpPr>
          <p:nvPr/>
        </p:nvGrpSpPr>
        <p:grpSpPr>
          <a:xfrm>
            <a:off x="443976" y="450412"/>
            <a:ext cx="2082431" cy="5311532"/>
            <a:chOff x="130996" y="208735"/>
            <a:chExt cx="2525064" cy="6440530"/>
          </a:xfrm>
        </p:grpSpPr>
        <p:sp>
          <p:nvSpPr>
            <p:cNvPr id="815" name="圆角矩形 814">
              <a:extLst>
                <a:ext uri="{FF2B5EF4-FFF2-40B4-BE49-F238E27FC236}">
                  <a16:creationId xmlns:a16="http://schemas.microsoft.com/office/drawing/2014/main" id="{3FAD066F-B676-BCF2-1897-D6AA37A7EB6B}"/>
                </a:ext>
              </a:extLst>
            </p:cNvPr>
            <p:cNvSpPr/>
            <p:nvPr/>
          </p:nvSpPr>
          <p:spPr>
            <a:xfrm>
              <a:off x="180061" y="208735"/>
              <a:ext cx="2475999" cy="6440530"/>
            </a:xfrm>
            <a:prstGeom prst="roundRect">
              <a:avLst/>
            </a:prstGeom>
            <a:solidFill>
              <a:srgbClr val="EE822F">
                <a:lumMod val="40000"/>
                <a:lumOff val="60000"/>
              </a:srgbClr>
            </a:solidFill>
            <a:ln w="12700" cap="flat" cmpd="sng" algn="ctr">
              <a:gradFill>
                <a:gsLst>
                  <a:gs pos="0">
                    <a:sysClr val="window" lastClr="FFFFFF">
                      <a:hueOff val="-4200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</a:gradFill>
              <a:prstDash val="solid"/>
              <a:miter lim="800000"/>
            </a:ln>
            <a:effectLst>
              <a:outerShdw blurRad="101600" dist="50800" dir="5400000" algn="ctr" rotWithShape="0">
                <a:srgbClr val="F2BA02">
                  <a:alpha val="6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816" name="组合 815">
              <a:extLst>
                <a:ext uri="{FF2B5EF4-FFF2-40B4-BE49-F238E27FC236}">
                  <a16:creationId xmlns:a16="http://schemas.microsoft.com/office/drawing/2014/main" id="{6C1307D8-1A70-8BFC-2954-EAE57F17F0B1}"/>
                </a:ext>
              </a:extLst>
            </p:cNvPr>
            <p:cNvGrpSpPr/>
            <p:nvPr/>
          </p:nvGrpSpPr>
          <p:grpSpPr>
            <a:xfrm>
              <a:off x="130996" y="419224"/>
              <a:ext cx="2105095" cy="5540430"/>
              <a:chOff x="130996" y="419224"/>
              <a:chExt cx="2105095" cy="5540430"/>
            </a:xfrm>
          </p:grpSpPr>
          <p:grpSp>
            <p:nvGrpSpPr>
              <p:cNvPr id="818" name="组合 817">
                <a:extLst>
                  <a:ext uri="{FF2B5EF4-FFF2-40B4-BE49-F238E27FC236}">
                    <a16:creationId xmlns:a16="http://schemas.microsoft.com/office/drawing/2014/main" id="{307AF554-F52C-6148-4A32-CDB984F86E17}"/>
                  </a:ext>
                </a:extLst>
              </p:cNvPr>
              <p:cNvGrpSpPr/>
              <p:nvPr/>
            </p:nvGrpSpPr>
            <p:grpSpPr>
              <a:xfrm>
                <a:off x="130996" y="419224"/>
                <a:ext cx="2105095" cy="1812236"/>
                <a:chOff x="132208" y="419224"/>
                <a:chExt cx="2105095" cy="1812236"/>
              </a:xfrm>
            </p:grpSpPr>
            <p:grpSp>
              <p:nvGrpSpPr>
                <p:cNvPr id="847" name="Google Shape;2716;p41">
                  <a:extLst>
                    <a:ext uri="{FF2B5EF4-FFF2-40B4-BE49-F238E27FC236}">
                      <a16:creationId xmlns:a16="http://schemas.microsoft.com/office/drawing/2014/main" id="{17C9ECC8-8A67-A4BA-3C73-0EC15F22DF6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12395" y="805334"/>
                  <a:ext cx="1424908" cy="1426126"/>
                  <a:chOff x="5448325" y="610550"/>
                  <a:chExt cx="823300" cy="822600"/>
                </a:xfrm>
              </p:grpSpPr>
              <p:sp>
                <p:nvSpPr>
                  <p:cNvPr id="851" name="Google Shape;2717;p41">
                    <a:extLst>
                      <a:ext uri="{FF2B5EF4-FFF2-40B4-BE49-F238E27FC236}">
                        <a16:creationId xmlns:a16="http://schemas.microsoft.com/office/drawing/2014/main" id="{8E3EFCF0-77EA-92F5-A938-312CF4CC3444}"/>
                      </a:ext>
                    </a:extLst>
                  </p:cNvPr>
                  <p:cNvSpPr/>
                  <p:nvPr/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2" name="Google Shape;2718;p41">
                    <a:extLst>
                      <a:ext uri="{FF2B5EF4-FFF2-40B4-BE49-F238E27FC236}">
                        <a16:creationId xmlns:a16="http://schemas.microsoft.com/office/drawing/2014/main" id="{7199AF7C-FC63-8EE4-E835-1E15D3B45E84}"/>
                      </a:ext>
                    </a:extLst>
                  </p:cNvPr>
                  <p:cNvSpPr/>
                  <p:nvPr/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3" name="Google Shape;2719;p41">
                    <a:extLst>
                      <a:ext uri="{FF2B5EF4-FFF2-40B4-BE49-F238E27FC236}">
                        <a16:creationId xmlns:a16="http://schemas.microsoft.com/office/drawing/2014/main" id="{8FDC3064-F359-017F-6399-FB706654A17F}"/>
                      </a:ext>
                    </a:extLst>
                  </p:cNvPr>
                  <p:cNvSpPr/>
                  <p:nvPr/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4" name="Google Shape;2720;p41">
                    <a:extLst>
                      <a:ext uri="{FF2B5EF4-FFF2-40B4-BE49-F238E27FC236}">
                        <a16:creationId xmlns:a16="http://schemas.microsoft.com/office/drawing/2014/main" id="{609CE0B9-11E7-1704-6A15-681519E30E31}"/>
                      </a:ext>
                    </a:extLst>
                  </p:cNvPr>
                  <p:cNvSpPr/>
                  <p:nvPr/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5" name="Google Shape;2721;p41">
                    <a:extLst>
                      <a:ext uri="{FF2B5EF4-FFF2-40B4-BE49-F238E27FC236}">
                        <a16:creationId xmlns:a16="http://schemas.microsoft.com/office/drawing/2014/main" id="{415463C7-A64F-7835-0BD0-38B2749906A2}"/>
                      </a:ext>
                    </a:extLst>
                  </p:cNvPr>
                  <p:cNvSpPr/>
                  <p:nvPr/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6" name="Google Shape;2722;p41">
                    <a:extLst>
                      <a:ext uri="{FF2B5EF4-FFF2-40B4-BE49-F238E27FC236}">
                        <a16:creationId xmlns:a16="http://schemas.microsoft.com/office/drawing/2014/main" id="{4B72C897-FD78-1178-74AA-416B0BC1F699}"/>
                      </a:ext>
                    </a:extLst>
                  </p:cNvPr>
                  <p:cNvSpPr/>
                  <p:nvPr/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7" name="Google Shape;2723;p41">
                    <a:extLst>
                      <a:ext uri="{FF2B5EF4-FFF2-40B4-BE49-F238E27FC236}">
                        <a16:creationId xmlns:a16="http://schemas.microsoft.com/office/drawing/2014/main" id="{9CE7FA5D-F973-4DF4-9B51-6278DAE00487}"/>
                      </a:ext>
                    </a:extLst>
                  </p:cNvPr>
                  <p:cNvSpPr/>
                  <p:nvPr/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8" name="Google Shape;2724;p41">
                    <a:extLst>
                      <a:ext uri="{FF2B5EF4-FFF2-40B4-BE49-F238E27FC236}">
                        <a16:creationId xmlns:a16="http://schemas.microsoft.com/office/drawing/2014/main" id="{6478606B-7E58-EC26-04BD-C79A2E53C1E5}"/>
                      </a:ext>
                    </a:extLst>
                  </p:cNvPr>
                  <p:cNvSpPr/>
                  <p:nvPr/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9" name="Google Shape;2725;p41">
                    <a:extLst>
                      <a:ext uri="{FF2B5EF4-FFF2-40B4-BE49-F238E27FC236}">
                        <a16:creationId xmlns:a16="http://schemas.microsoft.com/office/drawing/2014/main" id="{15092499-B726-692C-94B2-9283CE6C64EA}"/>
                      </a:ext>
                    </a:extLst>
                  </p:cNvPr>
                  <p:cNvSpPr/>
                  <p:nvPr/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48" name="文本框 847">
                      <a:extLst>
                        <a:ext uri="{FF2B5EF4-FFF2-40B4-BE49-F238E27FC236}">
                          <a16:creationId xmlns:a16="http://schemas.microsoft.com/office/drawing/2014/main" id="{51F73E16-023B-34C5-AD03-10F0CDE62B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16088" y="419224"/>
                      <a:ext cx="606366" cy="3358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>
                <p:sp>
                  <p:nvSpPr>
                    <p:cNvPr id="848" name="文本框 847">
                      <a:extLst>
                        <a:ext uri="{FF2B5EF4-FFF2-40B4-BE49-F238E27FC236}">
                          <a16:creationId xmlns:a16="http://schemas.microsoft.com/office/drawing/2014/main" id="{51F73E16-023B-34C5-AD03-10F0CDE62B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16088" y="419224"/>
                      <a:ext cx="606366" cy="3358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7317" r="-2439"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49" name="直线箭头连接符 848">
                  <a:extLst>
                    <a:ext uri="{FF2B5EF4-FFF2-40B4-BE49-F238E27FC236}">
                      <a16:creationId xmlns:a16="http://schemas.microsoft.com/office/drawing/2014/main" id="{8A2ABE45-AB3E-898C-49A8-4BE519BEDB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938" y="924176"/>
                  <a:ext cx="0" cy="1188439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850" name="文本框 849">
                  <a:extLst>
                    <a:ext uri="{FF2B5EF4-FFF2-40B4-BE49-F238E27FC236}">
                      <a16:creationId xmlns:a16="http://schemas.microsoft.com/office/drawing/2014/main" id="{76C14D65-63CB-96A7-CFEB-532CFD210781}"/>
                    </a:ext>
                  </a:extLst>
                </p:cNvPr>
                <p:cNvSpPr txBox="1"/>
                <p:nvPr/>
              </p:nvSpPr>
              <p:spPr>
                <a:xfrm rot="10800000">
                  <a:off x="132208" y="1209378"/>
                  <a:ext cx="559795" cy="630935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</a:rPr>
                    <a:t>Fine</a:t>
                  </a: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19" name="组合 818">
                <a:extLst>
                  <a:ext uri="{FF2B5EF4-FFF2-40B4-BE49-F238E27FC236}">
                    <a16:creationId xmlns:a16="http://schemas.microsoft.com/office/drawing/2014/main" id="{59114706-90A1-826D-71F5-E56DE6C99892}"/>
                  </a:ext>
                </a:extLst>
              </p:cNvPr>
              <p:cNvGrpSpPr/>
              <p:nvPr/>
            </p:nvGrpSpPr>
            <p:grpSpPr>
              <a:xfrm>
                <a:off x="130996" y="2282822"/>
                <a:ext cx="2105095" cy="1812735"/>
                <a:chOff x="132208" y="418725"/>
                <a:chExt cx="2105095" cy="1812735"/>
              </a:xfrm>
            </p:grpSpPr>
            <p:grpSp>
              <p:nvGrpSpPr>
                <p:cNvPr id="834" name="Google Shape;2716;p41">
                  <a:extLst>
                    <a:ext uri="{FF2B5EF4-FFF2-40B4-BE49-F238E27FC236}">
                      <a16:creationId xmlns:a16="http://schemas.microsoft.com/office/drawing/2014/main" id="{7A2A85C9-46E4-6850-3CE1-66C35B88A91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12395" y="805334"/>
                  <a:ext cx="1424908" cy="1426126"/>
                  <a:chOff x="5448325" y="610550"/>
                  <a:chExt cx="823300" cy="822600"/>
                </a:xfrm>
              </p:grpSpPr>
              <p:sp>
                <p:nvSpPr>
                  <p:cNvPr id="838" name="Google Shape;2717;p41">
                    <a:extLst>
                      <a:ext uri="{FF2B5EF4-FFF2-40B4-BE49-F238E27FC236}">
                        <a16:creationId xmlns:a16="http://schemas.microsoft.com/office/drawing/2014/main" id="{FC670DC5-33AB-D037-071B-29496C349222}"/>
                      </a:ext>
                    </a:extLst>
                  </p:cNvPr>
                  <p:cNvSpPr/>
                  <p:nvPr/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9" name="Google Shape;2718;p41">
                    <a:extLst>
                      <a:ext uri="{FF2B5EF4-FFF2-40B4-BE49-F238E27FC236}">
                        <a16:creationId xmlns:a16="http://schemas.microsoft.com/office/drawing/2014/main" id="{923969D5-64A4-7806-214B-1A7B9A218B48}"/>
                      </a:ext>
                    </a:extLst>
                  </p:cNvPr>
                  <p:cNvSpPr/>
                  <p:nvPr/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0" name="Google Shape;2719;p41">
                    <a:extLst>
                      <a:ext uri="{FF2B5EF4-FFF2-40B4-BE49-F238E27FC236}">
                        <a16:creationId xmlns:a16="http://schemas.microsoft.com/office/drawing/2014/main" id="{51D5B276-388B-A4C4-0AD8-CD545EA64C54}"/>
                      </a:ext>
                    </a:extLst>
                  </p:cNvPr>
                  <p:cNvSpPr/>
                  <p:nvPr/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1" name="Google Shape;2720;p41">
                    <a:extLst>
                      <a:ext uri="{FF2B5EF4-FFF2-40B4-BE49-F238E27FC236}">
                        <a16:creationId xmlns:a16="http://schemas.microsoft.com/office/drawing/2014/main" id="{4E6D1DA1-EB89-056F-CC33-24A9DD69BA00}"/>
                      </a:ext>
                    </a:extLst>
                  </p:cNvPr>
                  <p:cNvSpPr/>
                  <p:nvPr/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2" name="Google Shape;2721;p41">
                    <a:extLst>
                      <a:ext uri="{FF2B5EF4-FFF2-40B4-BE49-F238E27FC236}">
                        <a16:creationId xmlns:a16="http://schemas.microsoft.com/office/drawing/2014/main" id="{8108F5A3-C2CD-2283-3D71-996F1FFCF2AF}"/>
                      </a:ext>
                    </a:extLst>
                  </p:cNvPr>
                  <p:cNvSpPr/>
                  <p:nvPr/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3" name="Google Shape;2722;p41">
                    <a:extLst>
                      <a:ext uri="{FF2B5EF4-FFF2-40B4-BE49-F238E27FC236}">
                        <a16:creationId xmlns:a16="http://schemas.microsoft.com/office/drawing/2014/main" id="{EB037D5E-B9BD-438A-F6C9-37CB93BDD8CB}"/>
                      </a:ext>
                    </a:extLst>
                  </p:cNvPr>
                  <p:cNvSpPr/>
                  <p:nvPr/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4" name="Google Shape;2723;p41">
                    <a:extLst>
                      <a:ext uri="{FF2B5EF4-FFF2-40B4-BE49-F238E27FC236}">
                        <a16:creationId xmlns:a16="http://schemas.microsoft.com/office/drawing/2014/main" id="{085D0CB5-85A8-21CD-CD31-862FA0D8D93D}"/>
                      </a:ext>
                    </a:extLst>
                  </p:cNvPr>
                  <p:cNvSpPr/>
                  <p:nvPr/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5" name="Google Shape;2724;p41">
                    <a:extLst>
                      <a:ext uri="{FF2B5EF4-FFF2-40B4-BE49-F238E27FC236}">
                        <a16:creationId xmlns:a16="http://schemas.microsoft.com/office/drawing/2014/main" id="{88C8D691-980F-6223-4BD6-BDC0C6D938BF}"/>
                      </a:ext>
                    </a:extLst>
                  </p:cNvPr>
                  <p:cNvSpPr/>
                  <p:nvPr/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6" name="Google Shape;2725;p41">
                    <a:extLst>
                      <a:ext uri="{FF2B5EF4-FFF2-40B4-BE49-F238E27FC236}">
                        <a16:creationId xmlns:a16="http://schemas.microsoft.com/office/drawing/2014/main" id="{0297FFE4-B994-C5F1-05D9-A6E75BF15C41}"/>
                      </a:ext>
                    </a:extLst>
                  </p:cNvPr>
                  <p:cNvSpPr/>
                  <p:nvPr/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35" name="文本框 834">
                      <a:extLst>
                        <a:ext uri="{FF2B5EF4-FFF2-40B4-BE49-F238E27FC236}">
                          <a16:creationId xmlns:a16="http://schemas.microsoft.com/office/drawing/2014/main" id="{54606EEE-5723-1DCD-6862-2AAF12A334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14987" y="418725"/>
                      <a:ext cx="324525" cy="3358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>
                <p:sp>
                  <p:nvSpPr>
                    <p:cNvPr id="835" name="文本框 834">
                      <a:extLst>
                        <a:ext uri="{FF2B5EF4-FFF2-40B4-BE49-F238E27FC236}">
                          <a16:creationId xmlns:a16="http://schemas.microsoft.com/office/drawing/2014/main" id="{54606EEE-5723-1DCD-6862-2AAF12A334B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14987" y="418725"/>
                      <a:ext cx="324525" cy="3358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8182" r="-9091" b="-173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36" name="直线箭头连接符 835">
                  <a:extLst>
                    <a:ext uri="{FF2B5EF4-FFF2-40B4-BE49-F238E27FC236}">
                      <a16:creationId xmlns:a16="http://schemas.microsoft.com/office/drawing/2014/main" id="{A899DBDA-0306-3FA4-922E-3A2C939E06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938" y="924176"/>
                  <a:ext cx="0" cy="1188439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837" name="文本框 836">
                  <a:extLst>
                    <a:ext uri="{FF2B5EF4-FFF2-40B4-BE49-F238E27FC236}">
                      <a16:creationId xmlns:a16="http://schemas.microsoft.com/office/drawing/2014/main" id="{DB01B0AA-D608-885B-0F07-97FF2D8D6B30}"/>
                    </a:ext>
                  </a:extLst>
                </p:cNvPr>
                <p:cNvSpPr txBox="1"/>
                <p:nvPr/>
              </p:nvSpPr>
              <p:spPr>
                <a:xfrm rot="10800000">
                  <a:off x="132208" y="976132"/>
                  <a:ext cx="559795" cy="1097431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</a:rPr>
                    <a:t>Medium</a:t>
                  </a: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20" name="组合 819">
                <a:extLst>
                  <a:ext uri="{FF2B5EF4-FFF2-40B4-BE49-F238E27FC236}">
                    <a16:creationId xmlns:a16="http://schemas.microsoft.com/office/drawing/2014/main" id="{080FE5D7-7D5D-2194-78B5-6C44E829D3E5}"/>
                  </a:ext>
                </a:extLst>
              </p:cNvPr>
              <p:cNvGrpSpPr/>
              <p:nvPr/>
            </p:nvGrpSpPr>
            <p:grpSpPr>
              <a:xfrm>
                <a:off x="130996" y="4137029"/>
                <a:ext cx="2105095" cy="1822625"/>
                <a:chOff x="132208" y="408835"/>
                <a:chExt cx="2105095" cy="1822625"/>
              </a:xfrm>
            </p:grpSpPr>
            <p:grpSp>
              <p:nvGrpSpPr>
                <p:cNvPr id="821" name="Google Shape;2716;p41">
                  <a:extLst>
                    <a:ext uri="{FF2B5EF4-FFF2-40B4-BE49-F238E27FC236}">
                      <a16:creationId xmlns:a16="http://schemas.microsoft.com/office/drawing/2014/main" id="{13ECCC73-DC24-690B-C8A6-B1248B3F052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12395" y="805334"/>
                  <a:ext cx="1424908" cy="1426126"/>
                  <a:chOff x="5448325" y="610550"/>
                  <a:chExt cx="823300" cy="822600"/>
                </a:xfrm>
              </p:grpSpPr>
              <p:sp>
                <p:nvSpPr>
                  <p:cNvPr id="825" name="Google Shape;2717;p41">
                    <a:extLst>
                      <a:ext uri="{FF2B5EF4-FFF2-40B4-BE49-F238E27FC236}">
                        <a16:creationId xmlns:a16="http://schemas.microsoft.com/office/drawing/2014/main" id="{686D91EE-EC4C-1AFA-E480-4C64D9462F27}"/>
                      </a:ext>
                    </a:extLst>
                  </p:cNvPr>
                  <p:cNvSpPr/>
                  <p:nvPr/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6" name="Google Shape;2718;p41">
                    <a:extLst>
                      <a:ext uri="{FF2B5EF4-FFF2-40B4-BE49-F238E27FC236}">
                        <a16:creationId xmlns:a16="http://schemas.microsoft.com/office/drawing/2014/main" id="{594F3C41-FF6B-4C75-2EB6-E197B455756B}"/>
                      </a:ext>
                    </a:extLst>
                  </p:cNvPr>
                  <p:cNvSpPr/>
                  <p:nvPr/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7" name="Google Shape;2719;p41">
                    <a:extLst>
                      <a:ext uri="{FF2B5EF4-FFF2-40B4-BE49-F238E27FC236}">
                        <a16:creationId xmlns:a16="http://schemas.microsoft.com/office/drawing/2014/main" id="{EEA8A777-4ED7-862C-D631-4E7D4E73DF7A}"/>
                      </a:ext>
                    </a:extLst>
                  </p:cNvPr>
                  <p:cNvSpPr/>
                  <p:nvPr/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8" name="Google Shape;2720;p41">
                    <a:extLst>
                      <a:ext uri="{FF2B5EF4-FFF2-40B4-BE49-F238E27FC236}">
                        <a16:creationId xmlns:a16="http://schemas.microsoft.com/office/drawing/2014/main" id="{DC34FC5D-E4CD-4E08-90C2-5ACB9EB0B099}"/>
                      </a:ext>
                    </a:extLst>
                  </p:cNvPr>
                  <p:cNvSpPr/>
                  <p:nvPr/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9" name="Google Shape;2721;p41">
                    <a:extLst>
                      <a:ext uri="{FF2B5EF4-FFF2-40B4-BE49-F238E27FC236}">
                        <a16:creationId xmlns:a16="http://schemas.microsoft.com/office/drawing/2014/main" id="{E85BB72F-9FC5-1E78-3D39-7239D4CFE50F}"/>
                      </a:ext>
                    </a:extLst>
                  </p:cNvPr>
                  <p:cNvSpPr/>
                  <p:nvPr/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0" name="Google Shape;2722;p41">
                    <a:extLst>
                      <a:ext uri="{FF2B5EF4-FFF2-40B4-BE49-F238E27FC236}">
                        <a16:creationId xmlns:a16="http://schemas.microsoft.com/office/drawing/2014/main" id="{6F0368B7-506B-95B1-33BD-6315FFFB548C}"/>
                      </a:ext>
                    </a:extLst>
                  </p:cNvPr>
                  <p:cNvSpPr/>
                  <p:nvPr/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1" name="Google Shape;2723;p41">
                    <a:extLst>
                      <a:ext uri="{FF2B5EF4-FFF2-40B4-BE49-F238E27FC236}">
                        <a16:creationId xmlns:a16="http://schemas.microsoft.com/office/drawing/2014/main" id="{B79AE952-ED90-70E2-E440-1377C1EAF251}"/>
                      </a:ext>
                    </a:extLst>
                  </p:cNvPr>
                  <p:cNvSpPr/>
                  <p:nvPr/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2" name="Google Shape;2724;p41">
                    <a:extLst>
                      <a:ext uri="{FF2B5EF4-FFF2-40B4-BE49-F238E27FC236}">
                        <a16:creationId xmlns:a16="http://schemas.microsoft.com/office/drawing/2014/main" id="{9F26C7E6-AE48-6271-62EC-65D2A3F2BB5C}"/>
                      </a:ext>
                    </a:extLst>
                  </p:cNvPr>
                  <p:cNvSpPr/>
                  <p:nvPr/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3" name="Google Shape;2725;p41">
                    <a:extLst>
                      <a:ext uri="{FF2B5EF4-FFF2-40B4-BE49-F238E27FC236}">
                        <a16:creationId xmlns:a16="http://schemas.microsoft.com/office/drawing/2014/main" id="{975C9E18-BA15-6D59-2900-89CA5833E5E4}"/>
                      </a:ext>
                    </a:extLst>
                  </p:cNvPr>
                  <p:cNvSpPr/>
                  <p:nvPr/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22" name="文本框 821">
                      <a:extLst>
                        <a:ext uri="{FF2B5EF4-FFF2-40B4-BE49-F238E27FC236}">
                          <a16:creationId xmlns:a16="http://schemas.microsoft.com/office/drawing/2014/main" id="{46090B78-D4D6-25FA-F8D3-AEAE52C229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8856" y="408835"/>
                      <a:ext cx="606366" cy="3358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>
                <p:sp>
                  <p:nvSpPr>
                    <p:cNvPr id="822" name="文本框 821">
                      <a:extLst>
                        <a:ext uri="{FF2B5EF4-FFF2-40B4-BE49-F238E27FC236}">
                          <a16:creationId xmlns:a16="http://schemas.microsoft.com/office/drawing/2014/main" id="{46090B78-D4D6-25FA-F8D3-AEAE52C229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68856" y="408835"/>
                      <a:ext cx="606366" cy="3358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0000" r="-2500" b="-173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23" name="直线箭头连接符 822">
                  <a:extLst>
                    <a:ext uri="{FF2B5EF4-FFF2-40B4-BE49-F238E27FC236}">
                      <a16:creationId xmlns:a16="http://schemas.microsoft.com/office/drawing/2014/main" id="{8D759A34-9156-944E-54E2-DB5D12332A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938" y="924176"/>
                  <a:ext cx="0" cy="1188439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824" name="文本框 823">
                  <a:extLst>
                    <a:ext uri="{FF2B5EF4-FFF2-40B4-BE49-F238E27FC236}">
                      <a16:creationId xmlns:a16="http://schemas.microsoft.com/office/drawing/2014/main" id="{EAEE132F-0BB9-14A6-A55D-EA22FBFE8551}"/>
                    </a:ext>
                  </a:extLst>
                </p:cNvPr>
                <p:cNvSpPr txBox="1"/>
                <p:nvPr/>
              </p:nvSpPr>
              <p:spPr>
                <a:xfrm rot="10800000">
                  <a:off x="132208" y="1061657"/>
                  <a:ext cx="559795" cy="926383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</a:rPr>
                    <a:t>Coarse</a:t>
                  </a: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7" name="文本框 816">
                  <a:extLst>
                    <a:ext uri="{FF2B5EF4-FFF2-40B4-BE49-F238E27FC236}">
                      <a16:creationId xmlns:a16="http://schemas.microsoft.com/office/drawing/2014/main" id="{75E00263-A053-BE0B-5CEF-3669C752BFD2}"/>
                    </a:ext>
                  </a:extLst>
                </p:cNvPr>
                <p:cNvSpPr txBox="1"/>
                <p:nvPr/>
              </p:nvSpPr>
              <p:spPr>
                <a:xfrm>
                  <a:off x="519123" y="6185565"/>
                  <a:ext cx="1797874" cy="343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 xmlns:m="http://schemas.openxmlformats.org/officeDocument/2006/math">ℬ</m:t>
                        </m:r>
                        <m:r>
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 xmlns:m="http://schemas.openxmlformats.org/officeDocument/2006/math">
                              <m:sSubPr/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b</m:t>
                                </m:r>
                              </m:sub>
                            </m:sSub>
                            <m: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  <m: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  <m: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817" name="文本框 816">
                  <a:extLst>
                    <a:ext uri="{FF2B5EF4-FFF2-40B4-BE49-F238E27FC236}">
                      <a16:creationId xmlns:a16="http://schemas.microsoft.com/office/drawing/2014/main" id="{75E00263-A053-BE0B-5CEF-3669C752B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23" y="6185565"/>
                  <a:ext cx="1797874" cy="343807"/>
                </a:xfrm>
                <a:prstGeom prst="rect">
                  <a:avLst/>
                </a:prstGeom>
                <a:blipFill>
                  <a:blip r:embed="rId5"/>
                  <a:stretch>
                    <a:fillRect l="-2542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4" name="圆角矩形 433">
            <a:extLst>
              <a:ext uri="{FF2B5EF4-FFF2-40B4-BE49-F238E27FC236}">
                <a16:creationId xmlns:a16="http://schemas.microsoft.com/office/drawing/2014/main" id="{19CFA53C-58EF-6C7C-8125-726591427421}"/>
              </a:ext>
            </a:extLst>
          </p:cNvPr>
          <p:cNvSpPr/>
          <p:nvPr/>
        </p:nvSpPr>
        <p:spPr>
          <a:xfrm rot="16200000">
            <a:off x="2251732" y="2809301"/>
            <a:ext cx="1650402" cy="593754"/>
          </a:xfrm>
          <a:prstGeom prst="roundRect">
            <a:avLst/>
          </a:prstGeom>
          <a:solidFill>
            <a:srgbClr val="30C0B4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L2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 xmlns:a="http://schemas.openxmlformats.org/drawingml/2006/main" xml:space="preserve"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Normalize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(Eq.15)</a:t>
            </a:r>
          </a:p>
        </p:txBody>
      </p:sp>
      <p:sp>
        <p:nvSpPr>
          <p:cNvPr id="435" name="圆角矩形 434">
            <a:extLst>
              <a:ext uri="{FF2B5EF4-FFF2-40B4-BE49-F238E27FC236}">
                <a16:creationId xmlns:a16="http://schemas.microsoft.com/office/drawing/2014/main" id="{47311451-DD85-467E-73DE-9280137F2AE8}"/>
              </a:ext>
            </a:extLst>
          </p:cNvPr>
          <p:cNvSpPr/>
          <p:nvPr/>
        </p:nvSpPr>
        <p:spPr>
          <a:xfrm>
            <a:off x="3627461" y="929353"/>
            <a:ext cx="1406769" cy="4353651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E54C5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436" name="组合 435">
            <a:extLst>
              <a:ext uri="{FF2B5EF4-FFF2-40B4-BE49-F238E27FC236}">
                <a16:creationId xmlns:a16="http://schemas.microsoft.com/office/drawing/2014/main" id="{71434F7C-8AEE-24B6-87D7-A482910DF0EE}"/>
              </a:ext>
            </a:extLst>
          </p:cNvPr>
          <p:cNvGrpSpPr/>
          <p:nvPr/>
        </p:nvGrpSpPr>
        <p:grpSpPr>
          <a:xfrm>
            <a:off x="3826324" y="1078234"/>
            <a:ext cx="969158" cy="1243558"/>
            <a:chOff x="5380843" y="1023257"/>
            <a:chExt cx="969158" cy="1243558"/>
          </a:xfrm>
        </p:grpSpPr>
        <p:grpSp>
          <p:nvGrpSpPr>
            <p:cNvPr id="713" name="组合 712">
              <a:extLst>
                <a:ext uri="{FF2B5EF4-FFF2-40B4-BE49-F238E27FC236}">
                  <a16:creationId xmlns:a16="http://schemas.microsoft.com/office/drawing/2014/main" id="{FB80737E-0A4A-1688-7834-E19E7C9912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80843" y="1315786"/>
              <a:ext cx="969158" cy="951029"/>
              <a:chOff x="5782163" y="1052586"/>
              <a:chExt cx="1768773" cy="1735687"/>
            </a:xfrm>
          </p:grpSpPr>
          <p:sp>
            <p:nvSpPr>
              <p:cNvPr id="715" name="Google Shape;2730;p41">
                <a:extLst>
                  <a:ext uri="{FF2B5EF4-FFF2-40B4-BE49-F238E27FC236}">
                    <a16:creationId xmlns:a16="http://schemas.microsoft.com/office/drawing/2014/main" id="{822B5D96-FC3E-8401-A542-B7630795BA4F}"/>
                  </a:ext>
                </a:extLst>
              </p:cNvPr>
              <p:cNvSpPr/>
              <p:nvPr/>
            </p:nvSpPr>
            <p:spPr>
              <a:xfrm>
                <a:off x="5782163" y="105258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6" name="Google Shape;2731;p41">
                <a:extLst>
                  <a:ext uri="{FF2B5EF4-FFF2-40B4-BE49-F238E27FC236}">
                    <a16:creationId xmlns:a16="http://schemas.microsoft.com/office/drawing/2014/main" id="{46FF7DE1-8716-3071-DCDC-B4754670A8A2}"/>
                  </a:ext>
                </a:extLst>
              </p:cNvPr>
              <p:cNvSpPr/>
              <p:nvPr/>
            </p:nvSpPr>
            <p:spPr>
              <a:xfrm>
                <a:off x="595899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7" name="Google Shape;2732;p41">
                <a:extLst>
                  <a:ext uri="{FF2B5EF4-FFF2-40B4-BE49-F238E27FC236}">
                    <a16:creationId xmlns:a16="http://schemas.microsoft.com/office/drawing/2014/main" id="{AC9C8A8A-057C-2266-07AA-4140ACFDFA92}"/>
                  </a:ext>
                </a:extLst>
              </p:cNvPr>
              <p:cNvSpPr/>
              <p:nvPr/>
            </p:nvSpPr>
            <p:spPr>
              <a:xfrm>
                <a:off x="6135829" y="1052588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8" name="Google Shape;2733;p41">
                <a:extLst>
                  <a:ext uri="{FF2B5EF4-FFF2-40B4-BE49-F238E27FC236}">
                    <a16:creationId xmlns:a16="http://schemas.microsoft.com/office/drawing/2014/main" id="{6DBB47A2-5C9C-40B5-DD21-32F9C380C103}"/>
                  </a:ext>
                </a:extLst>
              </p:cNvPr>
              <p:cNvSpPr/>
              <p:nvPr/>
            </p:nvSpPr>
            <p:spPr>
              <a:xfrm>
                <a:off x="6312662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9" name="Google Shape;2734;p41">
                <a:extLst>
                  <a:ext uri="{FF2B5EF4-FFF2-40B4-BE49-F238E27FC236}">
                    <a16:creationId xmlns:a16="http://schemas.microsoft.com/office/drawing/2014/main" id="{CCCBEEBF-F00E-0004-200B-C4E4F8C7E424}"/>
                  </a:ext>
                </a:extLst>
              </p:cNvPr>
              <p:cNvSpPr/>
              <p:nvPr/>
            </p:nvSpPr>
            <p:spPr>
              <a:xfrm>
                <a:off x="6489495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0" name="Google Shape;2735;p41">
                <a:extLst>
                  <a:ext uri="{FF2B5EF4-FFF2-40B4-BE49-F238E27FC236}">
                    <a16:creationId xmlns:a16="http://schemas.microsoft.com/office/drawing/2014/main" id="{D6BC61FA-4050-952A-6506-9DBD7C63F3C8}"/>
                  </a:ext>
                </a:extLst>
              </p:cNvPr>
              <p:cNvSpPr/>
              <p:nvPr/>
            </p:nvSpPr>
            <p:spPr>
              <a:xfrm>
                <a:off x="666632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1" name="Google Shape;2736;p41">
                <a:extLst>
                  <a:ext uri="{FF2B5EF4-FFF2-40B4-BE49-F238E27FC236}">
                    <a16:creationId xmlns:a16="http://schemas.microsoft.com/office/drawing/2014/main" id="{8612BE34-E9B8-16BB-CFCC-7016D7B3FE0A}"/>
                  </a:ext>
                </a:extLst>
              </p:cNvPr>
              <p:cNvSpPr/>
              <p:nvPr/>
            </p:nvSpPr>
            <p:spPr>
              <a:xfrm>
                <a:off x="6843161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2" name="Google Shape;2737;p41">
                <a:extLst>
                  <a:ext uri="{FF2B5EF4-FFF2-40B4-BE49-F238E27FC236}">
                    <a16:creationId xmlns:a16="http://schemas.microsoft.com/office/drawing/2014/main" id="{B3D143EA-BC2F-3070-1757-7BD787575141}"/>
                  </a:ext>
                </a:extLst>
              </p:cNvPr>
              <p:cNvSpPr/>
              <p:nvPr/>
            </p:nvSpPr>
            <p:spPr>
              <a:xfrm>
                <a:off x="701999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3" name="Google Shape;2738;p41">
                <a:extLst>
                  <a:ext uri="{FF2B5EF4-FFF2-40B4-BE49-F238E27FC236}">
                    <a16:creationId xmlns:a16="http://schemas.microsoft.com/office/drawing/2014/main" id="{E1E2206E-7316-EE30-0738-801AD45324FA}"/>
                  </a:ext>
                </a:extLst>
              </p:cNvPr>
              <p:cNvSpPr/>
              <p:nvPr/>
            </p:nvSpPr>
            <p:spPr>
              <a:xfrm>
                <a:off x="719682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4" name="Google Shape;2739;p41">
                <a:extLst>
                  <a:ext uri="{FF2B5EF4-FFF2-40B4-BE49-F238E27FC236}">
                    <a16:creationId xmlns:a16="http://schemas.microsoft.com/office/drawing/2014/main" id="{79C14F6D-0562-1B16-A4FA-5C871368D0CB}"/>
                  </a:ext>
                </a:extLst>
              </p:cNvPr>
              <p:cNvSpPr/>
              <p:nvPr/>
            </p:nvSpPr>
            <p:spPr>
              <a:xfrm>
                <a:off x="7373654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5" name="Google Shape;2740;p41">
                <a:extLst>
                  <a:ext uri="{FF2B5EF4-FFF2-40B4-BE49-F238E27FC236}">
                    <a16:creationId xmlns:a16="http://schemas.microsoft.com/office/drawing/2014/main" id="{C0370064-194F-D163-A757-97668D262492}"/>
                  </a:ext>
                </a:extLst>
              </p:cNvPr>
              <p:cNvSpPr/>
              <p:nvPr/>
            </p:nvSpPr>
            <p:spPr>
              <a:xfrm>
                <a:off x="5782169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6" name="Google Shape;2741;p41">
                <a:extLst>
                  <a:ext uri="{FF2B5EF4-FFF2-40B4-BE49-F238E27FC236}">
                    <a16:creationId xmlns:a16="http://schemas.microsoft.com/office/drawing/2014/main" id="{F457C550-F7C0-CCB7-922E-43023B588956}"/>
                  </a:ext>
                </a:extLst>
              </p:cNvPr>
              <p:cNvSpPr/>
              <p:nvPr/>
            </p:nvSpPr>
            <p:spPr>
              <a:xfrm>
                <a:off x="5959001" y="122615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7" name="Google Shape;2742;p41">
                <a:extLst>
                  <a:ext uri="{FF2B5EF4-FFF2-40B4-BE49-F238E27FC236}">
                    <a16:creationId xmlns:a16="http://schemas.microsoft.com/office/drawing/2014/main" id="{14F3B74A-C455-486D-3A50-1F52BE2A91AA}"/>
                  </a:ext>
                </a:extLst>
              </p:cNvPr>
              <p:cNvSpPr/>
              <p:nvPr/>
            </p:nvSpPr>
            <p:spPr>
              <a:xfrm>
                <a:off x="6135832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8" name="Google Shape;2743;p41">
                <a:extLst>
                  <a:ext uri="{FF2B5EF4-FFF2-40B4-BE49-F238E27FC236}">
                    <a16:creationId xmlns:a16="http://schemas.microsoft.com/office/drawing/2014/main" id="{4B0D4B7D-6C4B-1DA2-BA4B-7B4BFE49AA69}"/>
                  </a:ext>
                </a:extLst>
              </p:cNvPr>
              <p:cNvSpPr/>
              <p:nvPr/>
            </p:nvSpPr>
            <p:spPr>
              <a:xfrm>
                <a:off x="6312664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9" name="Google Shape;2744;p41">
                <a:extLst>
                  <a:ext uri="{FF2B5EF4-FFF2-40B4-BE49-F238E27FC236}">
                    <a16:creationId xmlns:a16="http://schemas.microsoft.com/office/drawing/2014/main" id="{B3EF033C-A257-1E56-E479-CDFE8A222B6D}"/>
                  </a:ext>
                </a:extLst>
              </p:cNvPr>
              <p:cNvSpPr/>
              <p:nvPr/>
            </p:nvSpPr>
            <p:spPr>
              <a:xfrm>
                <a:off x="6489495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0" name="Google Shape;2745;p41">
                <a:extLst>
                  <a:ext uri="{FF2B5EF4-FFF2-40B4-BE49-F238E27FC236}">
                    <a16:creationId xmlns:a16="http://schemas.microsoft.com/office/drawing/2014/main" id="{7BF324F3-883E-95DA-6E6F-943B1EC40032}"/>
                  </a:ext>
                </a:extLst>
              </p:cNvPr>
              <p:cNvSpPr/>
              <p:nvPr/>
            </p:nvSpPr>
            <p:spPr>
              <a:xfrm>
                <a:off x="6666327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1" name="Google Shape;2746;p41">
                <a:extLst>
                  <a:ext uri="{FF2B5EF4-FFF2-40B4-BE49-F238E27FC236}">
                    <a16:creationId xmlns:a16="http://schemas.microsoft.com/office/drawing/2014/main" id="{85A81DB1-55C0-928F-9AC1-59CFF752395D}"/>
                  </a:ext>
                </a:extLst>
              </p:cNvPr>
              <p:cNvSpPr/>
              <p:nvPr/>
            </p:nvSpPr>
            <p:spPr>
              <a:xfrm>
                <a:off x="6843158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2" name="Google Shape;2747;p41">
                <a:extLst>
                  <a:ext uri="{FF2B5EF4-FFF2-40B4-BE49-F238E27FC236}">
                    <a16:creationId xmlns:a16="http://schemas.microsoft.com/office/drawing/2014/main" id="{1B9DF531-7300-89CD-F33C-B56FEDDD2F0D}"/>
                  </a:ext>
                </a:extLst>
              </p:cNvPr>
              <p:cNvSpPr/>
              <p:nvPr/>
            </p:nvSpPr>
            <p:spPr>
              <a:xfrm>
                <a:off x="7019990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3" name="Google Shape;2748;p41">
                <a:extLst>
                  <a:ext uri="{FF2B5EF4-FFF2-40B4-BE49-F238E27FC236}">
                    <a16:creationId xmlns:a16="http://schemas.microsoft.com/office/drawing/2014/main" id="{4BE5C104-1BCD-F246-2884-4369FB48CF72}"/>
                  </a:ext>
                </a:extLst>
              </p:cNvPr>
              <p:cNvSpPr/>
              <p:nvPr/>
            </p:nvSpPr>
            <p:spPr>
              <a:xfrm>
                <a:off x="7196821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4" name="Google Shape;2749;p41">
                <a:extLst>
                  <a:ext uri="{FF2B5EF4-FFF2-40B4-BE49-F238E27FC236}">
                    <a16:creationId xmlns:a16="http://schemas.microsoft.com/office/drawing/2014/main" id="{93199FDB-9C75-197E-07AC-BB2F11EC73A7}"/>
                  </a:ext>
                </a:extLst>
              </p:cNvPr>
              <p:cNvSpPr/>
              <p:nvPr/>
            </p:nvSpPr>
            <p:spPr>
              <a:xfrm>
                <a:off x="7373653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5" name="Google Shape;2750;p41">
                <a:extLst>
                  <a:ext uri="{FF2B5EF4-FFF2-40B4-BE49-F238E27FC236}">
                    <a16:creationId xmlns:a16="http://schemas.microsoft.com/office/drawing/2014/main" id="{E4DA387C-E371-1D27-0C0B-27E4689DB7E1}"/>
                  </a:ext>
                </a:extLst>
              </p:cNvPr>
              <p:cNvSpPr/>
              <p:nvPr/>
            </p:nvSpPr>
            <p:spPr>
              <a:xfrm>
                <a:off x="578262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6" name="Google Shape;2751;p41">
                <a:extLst>
                  <a:ext uri="{FF2B5EF4-FFF2-40B4-BE49-F238E27FC236}">
                    <a16:creationId xmlns:a16="http://schemas.microsoft.com/office/drawing/2014/main" id="{FC64ADE1-B3D4-513A-036D-E10111FAD0FB}"/>
                  </a:ext>
                </a:extLst>
              </p:cNvPr>
              <p:cNvSpPr/>
              <p:nvPr/>
            </p:nvSpPr>
            <p:spPr>
              <a:xfrm>
                <a:off x="5959452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7" name="Google Shape;2752;p41">
                <a:extLst>
                  <a:ext uri="{FF2B5EF4-FFF2-40B4-BE49-F238E27FC236}">
                    <a16:creationId xmlns:a16="http://schemas.microsoft.com/office/drawing/2014/main" id="{D1A56E54-EFFA-FF1F-9B8F-85C2E7AC8C3E}"/>
                  </a:ext>
                </a:extLst>
              </p:cNvPr>
              <p:cNvSpPr/>
              <p:nvPr/>
            </p:nvSpPr>
            <p:spPr>
              <a:xfrm>
                <a:off x="6136284" y="139972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8" name="Google Shape;2753;p41">
                <a:extLst>
                  <a:ext uri="{FF2B5EF4-FFF2-40B4-BE49-F238E27FC236}">
                    <a16:creationId xmlns:a16="http://schemas.microsoft.com/office/drawing/2014/main" id="{F9108529-1642-2E72-F828-0BF3F60049C3}"/>
                  </a:ext>
                </a:extLst>
              </p:cNvPr>
              <p:cNvSpPr/>
              <p:nvPr/>
            </p:nvSpPr>
            <p:spPr>
              <a:xfrm>
                <a:off x="6313115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9" name="Google Shape;2754;p41">
                <a:extLst>
                  <a:ext uri="{FF2B5EF4-FFF2-40B4-BE49-F238E27FC236}">
                    <a16:creationId xmlns:a16="http://schemas.microsoft.com/office/drawing/2014/main" id="{916C4807-DD7F-1BDE-0B65-FA048CB82D0A}"/>
                  </a:ext>
                </a:extLst>
              </p:cNvPr>
              <p:cNvSpPr/>
              <p:nvPr/>
            </p:nvSpPr>
            <p:spPr>
              <a:xfrm>
                <a:off x="6489947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0" name="Google Shape;2755;p41">
                <a:extLst>
                  <a:ext uri="{FF2B5EF4-FFF2-40B4-BE49-F238E27FC236}">
                    <a16:creationId xmlns:a16="http://schemas.microsoft.com/office/drawing/2014/main" id="{C8ED516F-4923-12F4-F83A-06E9CBA535DE}"/>
                  </a:ext>
                </a:extLst>
              </p:cNvPr>
              <p:cNvSpPr/>
              <p:nvPr/>
            </p:nvSpPr>
            <p:spPr>
              <a:xfrm>
                <a:off x="6666778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1" name="Google Shape;2756;p41">
                <a:extLst>
                  <a:ext uri="{FF2B5EF4-FFF2-40B4-BE49-F238E27FC236}">
                    <a16:creationId xmlns:a16="http://schemas.microsoft.com/office/drawing/2014/main" id="{17B9B770-0F60-5A22-1870-14DBB934E78C}"/>
                  </a:ext>
                </a:extLst>
              </p:cNvPr>
              <p:cNvSpPr/>
              <p:nvPr/>
            </p:nvSpPr>
            <p:spPr>
              <a:xfrm>
                <a:off x="684361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2" name="Google Shape;2757;p41">
                <a:extLst>
                  <a:ext uri="{FF2B5EF4-FFF2-40B4-BE49-F238E27FC236}">
                    <a16:creationId xmlns:a16="http://schemas.microsoft.com/office/drawing/2014/main" id="{1F313EB2-6F55-8350-4276-70E11AE7984A}"/>
                  </a:ext>
                </a:extLst>
              </p:cNvPr>
              <p:cNvSpPr/>
              <p:nvPr/>
            </p:nvSpPr>
            <p:spPr>
              <a:xfrm>
                <a:off x="7020441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3" name="Google Shape;2758;p41">
                <a:extLst>
                  <a:ext uri="{FF2B5EF4-FFF2-40B4-BE49-F238E27FC236}">
                    <a16:creationId xmlns:a16="http://schemas.microsoft.com/office/drawing/2014/main" id="{51BEE427-C48E-6942-E1B9-30BA4142726A}"/>
                  </a:ext>
                </a:extLst>
              </p:cNvPr>
              <p:cNvSpPr/>
              <p:nvPr/>
            </p:nvSpPr>
            <p:spPr>
              <a:xfrm>
                <a:off x="7197273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4" name="Google Shape;2759;p41">
                <a:extLst>
                  <a:ext uri="{FF2B5EF4-FFF2-40B4-BE49-F238E27FC236}">
                    <a16:creationId xmlns:a16="http://schemas.microsoft.com/office/drawing/2014/main" id="{0A27DD03-97A8-C564-267A-846EF98E4437}"/>
                  </a:ext>
                </a:extLst>
              </p:cNvPr>
              <p:cNvSpPr/>
              <p:nvPr/>
            </p:nvSpPr>
            <p:spPr>
              <a:xfrm>
                <a:off x="7374104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5" name="Google Shape;2760;p41">
                <a:extLst>
                  <a:ext uri="{FF2B5EF4-FFF2-40B4-BE49-F238E27FC236}">
                    <a16:creationId xmlns:a16="http://schemas.microsoft.com/office/drawing/2014/main" id="{474C2A79-9EEB-BE1E-50C4-9A3B174B6BAC}"/>
                  </a:ext>
                </a:extLst>
              </p:cNvPr>
              <p:cNvSpPr/>
              <p:nvPr/>
            </p:nvSpPr>
            <p:spPr>
              <a:xfrm>
                <a:off x="578262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6" name="Google Shape;2761;p41">
                <a:extLst>
                  <a:ext uri="{FF2B5EF4-FFF2-40B4-BE49-F238E27FC236}">
                    <a16:creationId xmlns:a16="http://schemas.microsoft.com/office/drawing/2014/main" id="{08F8B02A-75A3-CC77-9050-6606BA39FD76}"/>
                  </a:ext>
                </a:extLst>
              </p:cNvPr>
              <p:cNvSpPr/>
              <p:nvPr/>
            </p:nvSpPr>
            <p:spPr>
              <a:xfrm>
                <a:off x="5959452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7" name="Google Shape;2762;p41">
                <a:extLst>
                  <a:ext uri="{FF2B5EF4-FFF2-40B4-BE49-F238E27FC236}">
                    <a16:creationId xmlns:a16="http://schemas.microsoft.com/office/drawing/2014/main" id="{7DF25F7F-C2FD-5497-DA1F-3E65A97D5FA8}"/>
                  </a:ext>
                </a:extLst>
              </p:cNvPr>
              <p:cNvSpPr/>
              <p:nvPr/>
            </p:nvSpPr>
            <p:spPr>
              <a:xfrm>
                <a:off x="6136284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8" name="Google Shape;2763;p41">
                <a:extLst>
                  <a:ext uri="{FF2B5EF4-FFF2-40B4-BE49-F238E27FC236}">
                    <a16:creationId xmlns:a16="http://schemas.microsoft.com/office/drawing/2014/main" id="{AD893D6C-5EC3-809E-92CA-E37114BDA5DB}"/>
                  </a:ext>
                </a:extLst>
              </p:cNvPr>
              <p:cNvSpPr/>
              <p:nvPr/>
            </p:nvSpPr>
            <p:spPr>
              <a:xfrm>
                <a:off x="6313115" y="1573293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9" name="Google Shape;2764;p41">
                <a:extLst>
                  <a:ext uri="{FF2B5EF4-FFF2-40B4-BE49-F238E27FC236}">
                    <a16:creationId xmlns:a16="http://schemas.microsoft.com/office/drawing/2014/main" id="{BFD4E16B-358B-CFD1-4EA8-0AE36833A2AA}"/>
                  </a:ext>
                </a:extLst>
              </p:cNvPr>
              <p:cNvSpPr/>
              <p:nvPr/>
            </p:nvSpPr>
            <p:spPr>
              <a:xfrm>
                <a:off x="6489947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0" name="Google Shape;2765;p41">
                <a:extLst>
                  <a:ext uri="{FF2B5EF4-FFF2-40B4-BE49-F238E27FC236}">
                    <a16:creationId xmlns:a16="http://schemas.microsoft.com/office/drawing/2014/main" id="{0A998949-C951-2493-B0CC-12FAE96EAC6D}"/>
                  </a:ext>
                </a:extLst>
              </p:cNvPr>
              <p:cNvSpPr/>
              <p:nvPr/>
            </p:nvSpPr>
            <p:spPr>
              <a:xfrm>
                <a:off x="6666778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1" name="Google Shape;2766;p41">
                <a:extLst>
                  <a:ext uri="{FF2B5EF4-FFF2-40B4-BE49-F238E27FC236}">
                    <a16:creationId xmlns:a16="http://schemas.microsoft.com/office/drawing/2014/main" id="{C67993EF-7679-6495-63A2-75A9057BF43B}"/>
                  </a:ext>
                </a:extLst>
              </p:cNvPr>
              <p:cNvSpPr/>
              <p:nvPr/>
            </p:nvSpPr>
            <p:spPr>
              <a:xfrm>
                <a:off x="684361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2" name="Google Shape;2767;p41">
                <a:extLst>
                  <a:ext uri="{FF2B5EF4-FFF2-40B4-BE49-F238E27FC236}">
                    <a16:creationId xmlns:a16="http://schemas.microsoft.com/office/drawing/2014/main" id="{E0F19AC3-5557-E4C8-F004-7D7867787508}"/>
                  </a:ext>
                </a:extLst>
              </p:cNvPr>
              <p:cNvSpPr/>
              <p:nvPr/>
            </p:nvSpPr>
            <p:spPr>
              <a:xfrm>
                <a:off x="7020441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3" name="Google Shape;2768;p41">
                <a:extLst>
                  <a:ext uri="{FF2B5EF4-FFF2-40B4-BE49-F238E27FC236}">
                    <a16:creationId xmlns:a16="http://schemas.microsoft.com/office/drawing/2014/main" id="{667CBF09-F17A-81C4-E8D4-8F5469AD0EE3}"/>
                  </a:ext>
                </a:extLst>
              </p:cNvPr>
              <p:cNvSpPr/>
              <p:nvPr/>
            </p:nvSpPr>
            <p:spPr>
              <a:xfrm>
                <a:off x="7197273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4" name="Google Shape;2769;p41">
                <a:extLst>
                  <a:ext uri="{FF2B5EF4-FFF2-40B4-BE49-F238E27FC236}">
                    <a16:creationId xmlns:a16="http://schemas.microsoft.com/office/drawing/2014/main" id="{668C3274-1CC6-8BDF-415A-972D9A4AA3C8}"/>
                  </a:ext>
                </a:extLst>
              </p:cNvPr>
              <p:cNvSpPr/>
              <p:nvPr/>
            </p:nvSpPr>
            <p:spPr>
              <a:xfrm>
                <a:off x="7374104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5" name="Google Shape;2770;p41">
                <a:extLst>
                  <a:ext uri="{FF2B5EF4-FFF2-40B4-BE49-F238E27FC236}">
                    <a16:creationId xmlns:a16="http://schemas.microsoft.com/office/drawing/2014/main" id="{2482B154-553A-2288-0074-4D88DEA25EAF}"/>
                  </a:ext>
                </a:extLst>
              </p:cNvPr>
              <p:cNvSpPr/>
              <p:nvPr/>
            </p:nvSpPr>
            <p:spPr>
              <a:xfrm>
                <a:off x="578262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6" name="Google Shape;2771;p41">
                <a:extLst>
                  <a:ext uri="{FF2B5EF4-FFF2-40B4-BE49-F238E27FC236}">
                    <a16:creationId xmlns:a16="http://schemas.microsoft.com/office/drawing/2014/main" id="{8AB9905D-95C7-C80F-5B4F-7580DAA8155A}"/>
                  </a:ext>
                </a:extLst>
              </p:cNvPr>
              <p:cNvSpPr/>
              <p:nvPr/>
            </p:nvSpPr>
            <p:spPr>
              <a:xfrm>
                <a:off x="5959452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7" name="Google Shape;2772;p41">
                <a:extLst>
                  <a:ext uri="{FF2B5EF4-FFF2-40B4-BE49-F238E27FC236}">
                    <a16:creationId xmlns:a16="http://schemas.microsoft.com/office/drawing/2014/main" id="{8ACEB7F0-537D-062D-A28A-87FC94C19E16}"/>
                  </a:ext>
                </a:extLst>
              </p:cNvPr>
              <p:cNvSpPr/>
              <p:nvPr/>
            </p:nvSpPr>
            <p:spPr>
              <a:xfrm>
                <a:off x="613628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8" name="Google Shape;2773;p41">
                <a:extLst>
                  <a:ext uri="{FF2B5EF4-FFF2-40B4-BE49-F238E27FC236}">
                    <a16:creationId xmlns:a16="http://schemas.microsoft.com/office/drawing/2014/main" id="{887AFA0D-A89C-2F3E-C5EC-C72B750CC8BF}"/>
                  </a:ext>
                </a:extLst>
              </p:cNvPr>
              <p:cNvSpPr/>
              <p:nvPr/>
            </p:nvSpPr>
            <p:spPr>
              <a:xfrm>
                <a:off x="6313115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9" name="Google Shape;2774;p41">
                <a:extLst>
                  <a:ext uri="{FF2B5EF4-FFF2-40B4-BE49-F238E27FC236}">
                    <a16:creationId xmlns:a16="http://schemas.microsoft.com/office/drawing/2014/main" id="{B46067D5-4020-D335-0C01-1C40A61C93BF}"/>
                  </a:ext>
                </a:extLst>
              </p:cNvPr>
              <p:cNvSpPr/>
              <p:nvPr/>
            </p:nvSpPr>
            <p:spPr>
              <a:xfrm>
                <a:off x="6489947" y="1746861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0" name="Google Shape;2775;p41">
                <a:extLst>
                  <a:ext uri="{FF2B5EF4-FFF2-40B4-BE49-F238E27FC236}">
                    <a16:creationId xmlns:a16="http://schemas.microsoft.com/office/drawing/2014/main" id="{F42304AB-7C2A-4BC1-70F9-74AFDBD45D9C}"/>
                  </a:ext>
                </a:extLst>
              </p:cNvPr>
              <p:cNvSpPr/>
              <p:nvPr/>
            </p:nvSpPr>
            <p:spPr>
              <a:xfrm>
                <a:off x="6666778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1" name="Google Shape;2776;p41">
                <a:extLst>
                  <a:ext uri="{FF2B5EF4-FFF2-40B4-BE49-F238E27FC236}">
                    <a16:creationId xmlns:a16="http://schemas.microsoft.com/office/drawing/2014/main" id="{9B8DBB97-C4E8-8AA8-3C7D-5B7630864776}"/>
                  </a:ext>
                </a:extLst>
              </p:cNvPr>
              <p:cNvSpPr/>
              <p:nvPr/>
            </p:nvSpPr>
            <p:spPr>
              <a:xfrm>
                <a:off x="684361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2" name="Google Shape;2777;p41">
                <a:extLst>
                  <a:ext uri="{FF2B5EF4-FFF2-40B4-BE49-F238E27FC236}">
                    <a16:creationId xmlns:a16="http://schemas.microsoft.com/office/drawing/2014/main" id="{6754B0EC-4F36-6D7E-A29D-EA71ADE9EEB7}"/>
                  </a:ext>
                </a:extLst>
              </p:cNvPr>
              <p:cNvSpPr/>
              <p:nvPr/>
            </p:nvSpPr>
            <p:spPr>
              <a:xfrm>
                <a:off x="7020441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3" name="Google Shape;2778;p41">
                <a:extLst>
                  <a:ext uri="{FF2B5EF4-FFF2-40B4-BE49-F238E27FC236}">
                    <a16:creationId xmlns:a16="http://schemas.microsoft.com/office/drawing/2014/main" id="{AC1D8EBB-9017-A0B2-D940-6AC1FA43A263}"/>
                  </a:ext>
                </a:extLst>
              </p:cNvPr>
              <p:cNvSpPr/>
              <p:nvPr/>
            </p:nvSpPr>
            <p:spPr>
              <a:xfrm>
                <a:off x="7197273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4" name="Google Shape;2779;p41">
                <a:extLst>
                  <a:ext uri="{FF2B5EF4-FFF2-40B4-BE49-F238E27FC236}">
                    <a16:creationId xmlns:a16="http://schemas.microsoft.com/office/drawing/2014/main" id="{163ECDED-6DC4-5163-2E31-CBF6AC335147}"/>
                  </a:ext>
                </a:extLst>
              </p:cNvPr>
              <p:cNvSpPr/>
              <p:nvPr/>
            </p:nvSpPr>
            <p:spPr>
              <a:xfrm>
                <a:off x="737410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5" name="Google Shape;2780;p41">
                <a:extLst>
                  <a:ext uri="{FF2B5EF4-FFF2-40B4-BE49-F238E27FC236}">
                    <a16:creationId xmlns:a16="http://schemas.microsoft.com/office/drawing/2014/main" id="{A1A534D4-AFC7-E9AA-B131-65B5F19E602C}"/>
                  </a:ext>
                </a:extLst>
              </p:cNvPr>
              <p:cNvSpPr/>
              <p:nvPr/>
            </p:nvSpPr>
            <p:spPr>
              <a:xfrm>
                <a:off x="5782169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6" name="Google Shape;2781;p41">
                <a:extLst>
                  <a:ext uri="{FF2B5EF4-FFF2-40B4-BE49-F238E27FC236}">
                    <a16:creationId xmlns:a16="http://schemas.microsoft.com/office/drawing/2014/main" id="{9D6EDE3D-3D67-BCD1-0487-753A9932CF73}"/>
                  </a:ext>
                </a:extLst>
              </p:cNvPr>
              <p:cNvSpPr/>
              <p:nvPr/>
            </p:nvSpPr>
            <p:spPr>
              <a:xfrm>
                <a:off x="595900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7" name="Google Shape;2782;p41">
                <a:extLst>
                  <a:ext uri="{FF2B5EF4-FFF2-40B4-BE49-F238E27FC236}">
                    <a16:creationId xmlns:a16="http://schemas.microsoft.com/office/drawing/2014/main" id="{233EC841-6CAE-7F21-0A1A-40DA55C9A4FA}"/>
                  </a:ext>
                </a:extLst>
              </p:cNvPr>
              <p:cNvSpPr/>
              <p:nvPr/>
            </p:nvSpPr>
            <p:spPr>
              <a:xfrm>
                <a:off x="6135832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8" name="Google Shape;2783;p41">
                <a:extLst>
                  <a:ext uri="{FF2B5EF4-FFF2-40B4-BE49-F238E27FC236}">
                    <a16:creationId xmlns:a16="http://schemas.microsoft.com/office/drawing/2014/main" id="{0093CC1D-DEF1-F43D-CE75-09FEAC36FBB4}"/>
                  </a:ext>
                </a:extLst>
              </p:cNvPr>
              <p:cNvSpPr/>
              <p:nvPr/>
            </p:nvSpPr>
            <p:spPr>
              <a:xfrm>
                <a:off x="6312664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9" name="Google Shape;2784;p41">
                <a:extLst>
                  <a:ext uri="{FF2B5EF4-FFF2-40B4-BE49-F238E27FC236}">
                    <a16:creationId xmlns:a16="http://schemas.microsoft.com/office/drawing/2014/main" id="{9932D14D-949A-FDAF-0BED-41D7F0B5102D}"/>
                  </a:ext>
                </a:extLst>
              </p:cNvPr>
              <p:cNvSpPr/>
              <p:nvPr/>
            </p:nvSpPr>
            <p:spPr>
              <a:xfrm>
                <a:off x="6489495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0" name="Google Shape;2785;p41">
                <a:extLst>
                  <a:ext uri="{FF2B5EF4-FFF2-40B4-BE49-F238E27FC236}">
                    <a16:creationId xmlns:a16="http://schemas.microsoft.com/office/drawing/2014/main" id="{2112F671-A108-02A6-3062-C74AB74AFE50}"/>
                  </a:ext>
                </a:extLst>
              </p:cNvPr>
              <p:cNvSpPr/>
              <p:nvPr/>
            </p:nvSpPr>
            <p:spPr>
              <a:xfrm>
                <a:off x="6666327" y="1920430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1" name="Google Shape;2786;p41">
                <a:extLst>
                  <a:ext uri="{FF2B5EF4-FFF2-40B4-BE49-F238E27FC236}">
                    <a16:creationId xmlns:a16="http://schemas.microsoft.com/office/drawing/2014/main" id="{33C0FFE0-1F10-C008-6AD8-850CA942E5CC}"/>
                  </a:ext>
                </a:extLst>
              </p:cNvPr>
              <p:cNvSpPr/>
              <p:nvPr/>
            </p:nvSpPr>
            <p:spPr>
              <a:xfrm>
                <a:off x="6843158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2" name="Google Shape;2787;p41">
                <a:extLst>
                  <a:ext uri="{FF2B5EF4-FFF2-40B4-BE49-F238E27FC236}">
                    <a16:creationId xmlns:a16="http://schemas.microsoft.com/office/drawing/2014/main" id="{A300E388-E65E-C45D-3833-5D2B40DFACFA}"/>
                  </a:ext>
                </a:extLst>
              </p:cNvPr>
              <p:cNvSpPr/>
              <p:nvPr/>
            </p:nvSpPr>
            <p:spPr>
              <a:xfrm>
                <a:off x="7019990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3" name="Google Shape;2788;p41">
                <a:extLst>
                  <a:ext uri="{FF2B5EF4-FFF2-40B4-BE49-F238E27FC236}">
                    <a16:creationId xmlns:a16="http://schemas.microsoft.com/office/drawing/2014/main" id="{57B67C47-28CA-0C13-F013-8D278B22A12A}"/>
                  </a:ext>
                </a:extLst>
              </p:cNvPr>
              <p:cNvSpPr/>
              <p:nvPr/>
            </p:nvSpPr>
            <p:spPr>
              <a:xfrm>
                <a:off x="719682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4" name="Google Shape;2789;p41">
                <a:extLst>
                  <a:ext uri="{FF2B5EF4-FFF2-40B4-BE49-F238E27FC236}">
                    <a16:creationId xmlns:a16="http://schemas.microsoft.com/office/drawing/2014/main" id="{9E84EB57-E03B-5C88-CAB8-84FDEEFE7C45}"/>
                  </a:ext>
                </a:extLst>
              </p:cNvPr>
              <p:cNvSpPr/>
              <p:nvPr/>
            </p:nvSpPr>
            <p:spPr>
              <a:xfrm>
                <a:off x="7373653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5" name="Google Shape;2790;p41">
                <a:extLst>
                  <a:ext uri="{FF2B5EF4-FFF2-40B4-BE49-F238E27FC236}">
                    <a16:creationId xmlns:a16="http://schemas.microsoft.com/office/drawing/2014/main" id="{EEF9C51E-434A-BA56-BED0-574961C92C4E}"/>
                  </a:ext>
                </a:extLst>
              </p:cNvPr>
              <p:cNvSpPr/>
              <p:nvPr/>
            </p:nvSpPr>
            <p:spPr>
              <a:xfrm>
                <a:off x="5782169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6" name="Google Shape;2791;p41">
                <a:extLst>
                  <a:ext uri="{FF2B5EF4-FFF2-40B4-BE49-F238E27FC236}">
                    <a16:creationId xmlns:a16="http://schemas.microsoft.com/office/drawing/2014/main" id="{C46867DC-D2DC-E6F9-2AD9-D5F33ABC2D22}"/>
                  </a:ext>
                </a:extLst>
              </p:cNvPr>
              <p:cNvSpPr/>
              <p:nvPr/>
            </p:nvSpPr>
            <p:spPr>
              <a:xfrm>
                <a:off x="595900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7" name="Google Shape;2792;p41">
                <a:extLst>
                  <a:ext uri="{FF2B5EF4-FFF2-40B4-BE49-F238E27FC236}">
                    <a16:creationId xmlns:a16="http://schemas.microsoft.com/office/drawing/2014/main" id="{BA3BE4BE-F824-29B2-CC7B-348C82158781}"/>
                  </a:ext>
                </a:extLst>
              </p:cNvPr>
              <p:cNvSpPr/>
              <p:nvPr/>
            </p:nvSpPr>
            <p:spPr>
              <a:xfrm>
                <a:off x="6135832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8" name="Google Shape;2793;p41">
                <a:extLst>
                  <a:ext uri="{FF2B5EF4-FFF2-40B4-BE49-F238E27FC236}">
                    <a16:creationId xmlns:a16="http://schemas.microsoft.com/office/drawing/2014/main" id="{224E66C6-18D3-E451-29BE-548172A32DB6}"/>
                  </a:ext>
                </a:extLst>
              </p:cNvPr>
              <p:cNvSpPr/>
              <p:nvPr/>
            </p:nvSpPr>
            <p:spPr>
              <a:xfrm>
                <a:off x="6312664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9" name="Google Shape;2794;p41">
                <a:extLst>
                  <a:ext uri="{FF2B5EF4-FFF2-40B4-BE49-F238E27FC236}">
                    <a16:creationId xmlns:a16="http://schemas.microsoft.com/office/drawing/2014/main" id="{B55C90F3-BF8E-D821-0D1D-37043533364F}"/>
                  </a:ext>
                </a:extLst>
              </p:cNvPr>
              <p:cNvSpPr/>
              <p:nvPr/>
            </p:nvSpPr>
            <p:spPr>
              <a:xfrm>
                <a:off x="6489495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0" name="Google Shape;2795;p41">
                <a:extLst>
                  <a:ext uri="{FF2B5EF4-FFF2-40B4-BE49-F238E27FC236}">
                    <a16:creationId xmlns:a16="http://schemas.microsoft.com/office/drawing/2014/main" id="{83528A7B-23D2-44D2-008F-9AFD89D91B91}"/>
                  </a:ext>
                </a:extLst>
              </p:cNvPr>
              <p:cNvSpPr/>
              <p:nvPr/>
            </p:nvSpPr>
            <p:spPr>
              <a:xfrm>
                <a:off x="6666327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1" name="Google Shape;2796;p41">
                <a:extLst>
                  <a:ext uri="{FF2B5EF4-FFF2-40B4-BE49-F238E27FC236}">
                    <a16:creationId xmlns:a16="http://schemas.microsoft.com/office/drawing/2014/main" id="{FAD91437-B132-DEE3-D196-2AC9E944CF3A}"/>
                  </a:ext>
                </a:extLst>
              </p:cNvPr>
              <p:cNvSpPr/>
              <p:nvPr/>
            </p:nvSpPr>
            <p:spPr>
              <a:xfrm>
                <a:off x="6843158" y="2093999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2" name="Google Shape;2797;p41">
                <a:extLst>
                  <a:ext uri="{FF2B5EF4-FFF2-40B4-BE49-F238E27FC236}">
                    <a16:creationId xmlns:a16="http://schemas.microsoft.com/office/drawing/2014/main" id="{1783FB53-D91F-AD91-ED38-28F5E76F5DAE}"/>
                  </a:ext>
                </a:extLst>
              </p:cNvPr>
              <p:cNvSpPr/>
              <p:nvPr/>
            </p:nvSpPr>
            <p:spPr>
              <a:xfrm>
                <a:off x="7019990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3" name="Google Shape;2798;p41">
                <a:extLst>
                  <a:ext uri="{FF2B5EF4-FFF2-40B4-BE49-F238E27FC236}">
                    <a16:creationId xmlns:a16="http://schemas.microsoft.com/office/drawing/2014/main" id="{4F426B71-07B2-77CE-E5C5-A31CAF07B1D8}"/>
                  </a:ext>
                </a:extLst>
              </p:cNvPr>
              <p:cNvSpPr/>
              <p:nvPr/>
            </p:nvSpPr>
            <p:spPr>
              <a:xfrm>
                <a:off x="719682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4" name="Google Shape;2799;p41">
                <a:extLst>
                  <a:ext uri="{FF2B5EF4-FFF2-40B4-BE49-F238E27FC236}">
                    <a16:creationId xmlns:a16="http://schemas.microsoft.com/office/drawing/2014/main" id="{038FDC32-28F0-42CD-DA0B-C585A11004AB}"/>
                  </a:ext>
                </a:extLst>
              </p:cNvPr>
              <p:cNvSpPr/>
              <p:nvPr/>
            </p:nvSpPr>
            <p:spPr>
              <a:xfrm>
                <a:off x="7373653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5" name="Google Shape;2800;p41">
                <a:extLst>
                  <a:ext uri="{FF2B5EF4-FFF2-40B4-BE49-F238E27FC236}">
                    <a16:creationId xmlns:a16="http://schemas.microsoft.com/office/drawing/2014/main" id="{0AE47789-FD54-08CC-075C-72A60B02EE2E}"/>
                  </a:ext>
                </a:extLst>
              </p:cNvPr>
              <p:cNvSpPr/>
              <p:nvPr/>
            </p:nvSpPr>
            <p:spPr>
              <a:xfrm>
                <a:off x="5782620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6" name="Google Shape;2801;p41">
                <a:extLst>
                  <a:ext uri="{FF2B5EF4-FFF2-40B4-BE49-F238E27FC236}">
                    <a16:creationId xmlns:a16="http://schemas.microsoft.com/office/drawing/2014/main" id="{EE59E018-A9F7-8C51-37A8-3955E6A1875F}"/>
                  </a:ext>
                </a:extLst>
              </p:cNvPr>
              <p:cNvSpPr/>
              <p:nvPr/>
            </p:nvSpPr>
            <p:spPr>
              <a:xfrm>
                <a:off x="5959452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7" name="Google Shape;2802;p41">
                <a:extLst>
                  <a:ext uri="{FF2B5EF4-FFF2-40B4-BE49-F238E27FC236}">
                    <a16:creationId xmlns:a16="http://schemas.microsoft.com/office/drawing/2014/main" id="{D57DBBA0-4BDD-2364-CD22-DE076C441E91}"/>
                  </a:ext>
                </a:extLst>
              </p:cNvPr>
              <p:cNvSpPr/>
              <p:nvPr/>
            </p:nvSpPr>
            <p:spPr>
              <a:xfrm>
                <a:off x="613628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8" name="Google Shape;2803;p41">
                <a:extLst>
                  <a:ext uri="{FF2B5EF4-FFF2-40B4-BE49-F238E27FC236}">
                    <a16:creationId xmlns:a16="http://schemas.microsoft.com/office/drawing/2014/main" id="{011AB556-5234-61D0-F7BF-7ACBB27107A5}"/>
                  </a:ext>
                </a:extLst>
              </p:cNvPr>
              <p:cNvSpPr/>
              <p:nvPr/>
            </p:nvSpPr>
            <p:spPr>
              <a:xfrm>
                <a:off x="6313115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9" name="Google Shape;2804;p41">
                <a:extLst>
                  <a:ext uri="{FF2B5EF4-FFF2-40B4-BE49-F238E27FC236}">
                    <a16:creationId xmlns:a16="http://schemas.microsoft.com/office/drawing/2014/main" id="{372DCAC9-865C-CDCA-8BDA-7E7705396F68}"/>
                  </a:ext>
                </a:extLst>
              </p:cNvPr>
              <p:cNvSpPr/>
              <p:nvPr/>
            </p:nvSpPr>
            <p:spPr>
              <a:xfrm>
                <a:off x="6489947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0" name="Google Shape;2805;p41">
                <a:extLst>
                  <a:ext uri="{FF2B5EF4-FFF2-40B4-BE49-F238E27FC236}">
                    <a16:creationId xmlns:a16="http://schemas.microsoft.com/office/drawing/2014/main" id="{4CC64B84-043B-BC0F-C8AD-6CAA1AFA58A5}"/>
                  </a:ext>
                </a:extLst>
              </p:cNvPr>
              <p:cNvSpPr/>
              <p:nvPr/>
            </p:nvSpPr>
            <p:spPr>
              <a:xfrm>
                <a:off x="6666778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1" name="Google Shape;2806;p41">
                <a:extLst>
                  <a:ext uri="{FF2B5EF4-FFF2-40B4-BE49-F238E27FC236}">
                    <a16:creationId xmlns:a16="http://schemas.microsoft.com/office/drawing/2014/main" id="{F633973E-8152-9A45-036E-DE22527E693D}"/>
                  </a:ext>
                </a:extLst>
              </p:cNvPr>
              <p:cNvSpPr/>
              <p:nvPr/>
            </p:nvSpPr>
            <p:spPr>
              <a:xfrm>
                <a:off x="6843610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2" name="Google Shape;2807;p41">
                <a:extLst>
                  <a:ext uri="{FF2B5EF4-FFF2-40B4-BE49-F238E27FC236}">
                    <a16:creationId xmlns:a16="http://schemas.microsoft.com/office/drawing/2014/main" id="{9CF01BE1-6158-9B7C-CC01-B9FDD15CE7EF}"/>
                  </a:ext>
                </a:extLst>
              </p:cNvPr>
              <p:cNvSpPr/>
              <p:nvPr/>
            </p:nvSpPr>
            <p:spPr>
              <a:xfrm>
                <a:off x="7020441" y="2267567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3" name="Google Shape;2808;p41">
                <a:extLst>
                  <a:ext uri="{FF2B5EF4-FFF2-40B4-BE49-F238E27FC236}">
                    <a16:creationId xmlns:a16="http://schemas.microsoft.com/office/drawing/2014/main" id="{5CB711C4-3640-687C-D0B9-19BF4D002B7A}"/>
                  </a:ext>
                </a:extLst>
              </p:cNvPr>
              <p:cNvSpPr/>
              <p:nvPr/>
            </p:nvSpPr>
            <p:spPr>
              <a:xfrm>
                <a:off x="7197273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4" name="Google Shape;2809;p41">
                <a:extLst>
                  <a:ext uri="{FF2B5EF4-FFF2-40B4-BE49-F238E27FC236}">
                    <a16:creationId xmlns:a16="http://schemas.microsoft.com/office/drawing/2014/main" id="{7F5C98DE-EE07-31CF-E421-F63F12FE7A44}"/>
                  </a:ext>
                </a:extLst>
              </p:cNvPr>
              <p:cNvSpPr/>
              <p:nvPr/>
            </p:nvSpPr>
            <p:spPr>
              <a:xfrm>
                <a:off x="737410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5" name="Google Shape;2810;p41">
                <a:extLst>
                  <a:ext uri="{FF2B5EF4-FFF2-40B4-BE49-F238E27FC236}">
                    <a16:creationId xmlns:a16="http://schemas.microsoft.com/office/drawing/2014/main" id="{58ADDD54-7A29-AF2D-7E3C-147EBBB37ACF}"/>
                  </a:ext>
                </a:extLst>
              </p:cNvPr>
              <p:cNvSpPr/>
              <p:nvPr/>
            </p:nvSpPr>
            <p:spPr>
              <a:xfrm>
                <a:off x="578262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6" name="Google Shape;2811;p41">
                <a:extLst>
                  <a:ext uri="{FF2B5EF4-FFF2-40B4-BE49-F238E27FC236}">
                    <a16:creationId xmlns:a16="http://schemas.microsoft.com/office/drawing/2014/main" id="{65FF37A1-C4A4-0820-713D-C1079C9AC8AA}"/>
                  </a:ext>
                </a:extLst>
              </p:cNvPr>
              <p:cNvSpPr/>
              <p:nvPr/>
            </p:nvSpPr>
            <p:spPr>
              <a:xfrm>
                <a:off x="5959452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7" name="Google Shape;2812;p41">
                <a:extLst>
                  <a:ext uri="{FF2B5EF4-FFF2-40B4-BE49-F238E27FC236}">
                    <a16:creationId xmlns:a16="http://schemas.microsoft.com/office/drawing/2014/main" id="{56969011-B5B5-10DA-2EB3-3BF7F61F346E}"/>
                  </a:ext>
                </a:extLst>
              </p:cNvPr>
              <p:cNvSpPr/>
              <p:nvPr/>
            </p:nvSpPr>
            <p:spPr>
              <a:xfrm>
                <a:off x="613628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8" name="Google Shape;2813;p41">
                <a:extLst>
                  <a:ext uri="{FF2B5EF4-FFF2-40B4-BE49-F238E27FC236}">
                    <a16:creationId xmlns:a16="http://schemas.microsoft.com/office/drawing/2014/main" id="{C42098FC-0EE7-9C7A-FB9D-0CC93FEB9A16}"/>
                  </a:ext>
                </a:extLst>
              </p:cNvPr>
              <p:cNvSpPr/>
              <p:nvPr/>
            </p:nvSpPr>
            <p:spPr>
              <a:xfrm>
                <a:off x="6313115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9" name="Google Shape;2814;p41">
                <a:extLst>
                  <a:ext uri="{FF2B5EF4-FFF2-40B4-BE49-F238E27FC236}">
                    <a16:creationId xmlns:a16="http://schemas.microsoft.com/office/drawing/2014/main" id="{7E9D16F1-6891-545F-2393-9F5ADFF062CA}"/>
                  </a:ext>
                </a:extLst>
              </p:cNvPr>
              <p:cNvSpPr/>
              <p:nvPr/>
            </p:nvSpPr>
            <p:spPr>
              <a:xfrm>
                <a:off x="6489947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0" name="Google Shape;2815;p41">
                <a:extLst>
                  <a:ext uri="{FF2B5EF4-FFF2-40B4-BE49-F238E27FC236}">
                    <a16:creationId xmlns:a16="http://schemas.microsoft.com/office/drawing/2014/main" id="{A152704F-23AC-13AE-E747-1063777D6168}"/>
                  </a:ext>
                </a:extLst>
              </p:cNvPr>
              <p:cNvSpPr/>
              <p:nvPr/>
            </p:nvSpPr>
            <p:spPr>
              <a:xfrm>
                <a:off x="6666778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1" name="Google Shape;2816;p41">
                <a:extLst>
                  <a:ext uri="{FF2B5EF4-FFF2-40B4-BE49-F238E27FC236}">
                    <a16:creationId xmlns:a16="http://schemas.microsoft.com/office/drawing/2014/main" id="{9489B75F-087B-4AA9-AC06-6418CFF32B16}"/>
                  </a:ext>
                </a:extLst>
              </p:cNvPr>
              <p:cNvSpPr/>
              <p:nvPr/>
            </p:nvSpPr>
            <p:spPr>
              <a:xfrm>
                <a:off x="684361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2" name="Google Shape;2817;p41">
                <a:extLst>
                  <a:ext uri="{FF2B5EF4-FFF2-40B4-BE49-F238E27FC236}">
                    <a16:creationId xmlns:a16="http://schemas.microsoft.com/office/drawing/2014/main" id="{90127F38-2C92-1339-E36A-9E99517ECF52}"/>
                  </a:ext>
                </a:extLst>
              </p:cNvPr>
              <p:cNvSpPr/>
              <p:nvPr/>
            </p:nvSpPr>
            <p:spPr>
              <a:xfrm>
                <a:off x="7020441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3" name="Google Shape;2818;p41">
                <a:extLst>
                  <a:ext uri="{FF2B5EF4-FFF2-40B4-BE49-F238E27FC236}">
                    <a16:creationId xmlns:a16="http://schemas.microsoft.com/office/drawing/2014/main" id="{B14F3BD3-7944-398A-4B4D-101B9C9D54E1}"/>
                  </a:ext>
                </a:extLst>
              </p:cNvPr>
              <p:cNvSpPr/>
              <p:nvPr/>
            </p:nvSpPr>
            <p:spPr>
              <a:xfrm>
                <a:off x="7197273" y="244113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4" name="Google Shape;2819;p41">
                <a:extLst>
                  <a:ext uri="{FF2B5EF4-FFF2-40B4-BE49-F238E27FC236}">
                    <a16:creationId xmlns:a16="http://schemas.microsoft.com/office/drawing/2014/main" id="{12371AFE-3535-A98A-A52F-0C69312572FE}"/>
                  </a:ext>
                </a:extLst>
              </p:cNvPr>
              <p:cNvSpPr/>
              <p:nvPr/>
            </p:nvSpPr>
            <p:spPr>
              <a:xfrm>
                <a:off x="737410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5" name="Google Shape;2820;p41">
                <a:extLst>
                  <a:ext uri="{FF2B5EF4-FFF2-40B4-BE49-F238E27FC236}">
                    <a16:creationId xmlns:a16="http://schemas.microsoft.com/office/drawing/2014/main" id="{70BB1334-4BB5-7FDB-0210-C3040E7CE594}"/>
                  </a:ext>
                </a:extLst>
              </p:cNvPr>
              <p:cNvSpPr/>
              <p:nvPr/>
            </p:nvSpPr>
            <p:spPr>
              <a:xfrm>
                <a:off x="578262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6" name="Google Shape;2821;p41">
                <a:extLst>
                  <a:ext uri="{FF2B5EF4-FFF2-40B4-BE49-F238E27FC236}">
                    <a16:creationId xmlns:a16="http://schemas.microsoft.com/office/drawing/2014/main" id="{5CB9F361-C2C3-68E6-6F05-D06C34C21AC4}"/>
                  </a:ext>
                </a:extLst>
              </p:cNvPr>
              <p:cNvSpPr/>
              <p:nvPr/>
            </p:nvSpPr>
            <p:spPr>
              <a:xfrm>
                <a:off x="5959452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7" name="Google Shape;2822;p41">
                <a:extLst>
                  <a:ext uri="{FF2B5EF4-FFF2-40B4-BE49-F238E27FC236}">
                    <a16:creationId xmlns:a16="http://schemas.microsoft.com/office/drawing/2014/main" id="{1CE7C462-B7F9-1D29-38EB-5F08BA2E1C67}"/>
                  </a:ext>
                </a:extLst>
              </p:cNvPr>
              <p:cNvSpPr/>
              <p:nvPr/>
            </p:nvSpPr>
            <p:spPr>
              <a:xfrm>
                <a:off x="6136284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8" name="Google Shape;2823;p41">
                <a:extLst>
                  <a:ext uri="{FF2B5EF4-FFF2-40B4-BE49-F238E27FC236}">
                    <a16:creationId xmlns:a16="http://schemas.microsoft.com/office/drawing/2014/main" id="{6DD57067-1810-2D50-C582-0C4115765F32}"/>
                  </a:ext>
                </a:extLst>
              </p:cNvPr>
              <p:cNvSpPr/>
              <p:nvPr/>
            </p:nvSpPr>
            <p:spPr>
              <a:xfrm>
                <a:off x="6313115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9" name="Google Shape;2824;p41">
                <a:extLst>
                  <a:ext uri="{FF2B5EF4-FFF2-40B4-BE49-F238E27FC236}">
                    <a16:creationId xmlns:a16="http://schemas.microsoft.com/office/drawing/2014/main" id="{D08FCDC4-A119-CD23-FCF8-6F977E0308B9}"/>
                  </a:ext>
                </a:extLst>
              </p:cNvPr>
              <p:cNvSpPr/>
              <p:nvPr/>
            </p:nvSpPr>
            <p:spPr>
              <a:xfrm>
                <a:off x="6489947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0" name="Google Shape;2825;p41">
                <a:extLst>
                  <a:ext uri="{FF2B5EF4-FFF2-40B4-BE49-F238E27FC236}">
                    <a16:creationId xmlns:a16="http://schemas.microsoft.com/office/drawing/2014/main" id="{59717BF2-85F2-16C0-6417-8FECBE36F07E}"/>
                  </a:ext>
                </a:extLst>
              </p:cNvPr>
              <p:cNvSpPr/>
              <p:nvPr/>
            </p:nvSpPr>
            <p:spPr>
              <a:xfrm>
                <a:off x="6666778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1" name="Google Shape;2826;p41">
                <a:extLst>
                  <a:ext uri="{FF2B5EF4-FFF2-40B4-BE49-F238E27FC236}">
                    <a16:creationId xmlns:a16="http://schemas.microsoft.com/office/drawing/2014/main" id="{00930191-74EC-D898-84AD-D58F432B9574}"/>
                  </a:ext>
                </a:extLst>
              </p:cNvPr>
              <p:cNvSpPr/>
              <p:nvPr/>
            </p:nvSpPr>
            <p:spPr>
              <a:xfrm>
                <a:off x="684361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2" name="Google Shape;2827;p41">
                <a:extLst>
                  <a:ext uri="{FF2B5EF4-FFF2-40B4-BE49-F238E27FC236}">
                    <a16:creationId xmlns:a16="http://schemas.microsoft.com/office/drawing/2014/main" id="{BC178D8E-561F-4BC6-8988-5B4D776FE66C}"/>
                  </a:ext>
                </a:extLst>
              </p:cNvPr>
              <p:cNvSpPr/>
              <p:nvPr/>
            </p:nvSpPr>
            <p:spPr>
              <a:xfrm>
                <a:off x="7020441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3" name="Google Shape;2828;p41">
                <a:extLst>
                  <a:ext uri="{FF2B5EF4-FFF2-40B4-BE49-F238E27FC236}">
                    <a16:creationId xmlns:a16="http://schemas.microsoft.com/office/drawing/2014/main" id="{48188B76-95A5-73E7-5085-AC578C6578C4}"/>
                  </a:ext>
                </a:extLst>
              </p:cNvPr>
              <p:cNvSpPr/>
              <p:nvPr/>
            </p:nvSpPr>
            <p:spPr>
              <a:xfrm>
                <a:off x="7197273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4" name="Google Shape;2829;p41">
                <a:extLst>
                  <a:ext uri="{FF2B5EF4-FFF2-40B4-BE49-F238E27FC236}">
                    <a16:creationId xmlns:a16="http://schemas.microsoft.com/office/drawing/2014/main" id="{D04A52C1-BF93-38C9-91A2-50D7C86CEA75}"/>
                  </a:ext>
                </a:extLst>
              </p:cNvPr>
              <p:cNvSpPr/>
              <p:nvPr/>
            </p:nvSpPr>
            <p:spPr>
              <a:xfrm>
                <a:off x="7374104" y="261470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4" name="文本框 713">
                  <a:extLst>
                    <a:ext uri="{FF2B5EF4-FFF2-40B4-BE49-F238E27FC236}">
                      <a16:creationId xmlns:a16="http://schemas.microsoft.com/office/drawing/2014/main" id="{2DCB5FFE-9DC6-8812-40A8-93CE5988B48C}"/>
                    </a:ext>
                  </a:extLst>
                </p:cNvPr>
                <p:cNvSpPr txBox="1"/>
                <p:nvPr/>
              </p:nvSpPr>
              <p:spPr>
                <a:xfrm>
                  <a:off x="5674731" y="1023257"/>
                  <a:ext cx="432491" cy="2955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d>
                              <m:dPr>
                                <m:ctrlPr>
  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714" name="文本框 713">
                  <a:extLst>
                    <a:ext uri="{FF2B5EF4-FFF2-40B4-BE49-F238E27FC236}">
                      <a16:creationId xmlns:a16="http://schemas.microsoft.com/office/drawing/2014/main" id="{2DCB5FFE-9DC6-8812-40A8-93CE5988B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4731" y="1023257"/>
                  <a:ext cx="432491" cy="295594"/>
                </a:xfrm>
                <a:prstGeom prst="rect">
                  <a:avLst/>
                </a:prstGeom>
                <a:blipFill>
                  <a:blip r:embed="rId6"/>
                  <a:stretch>
                    <a:fillRect l="-11429"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7" name="组合 436">
            <a:extLst>
              <a:ext uri="{FF2B5EF4-FFF2-40B4-BE49-F238E27FC236}">
                <a16:creationId xmlns:a16="http://schemas.microsoft.com/office/drawing/2014/main" id="{1657A855-E0CC-12F8-6F4A-D26FED54248E}"/>
              </a:ext>
            </a:extLst>
          </p:cNvPr>
          <p:cNvGrpSpPr/>
          <p:nvPr/>
        </p:nvGrpSpPr>
        <p:grpSpPr>
          <a:xfrm>
            <a:off x="3826324" y="2437920"/>
            <a:ext cx="969158" cy="1243558"/>
            <a:chOff x="5380843" y="1023257"/>
            <a:chExt cx="969158" cy="1243558"/>
          </a:xfrm>
        </p:grpSpPr>
        <p:grpSp>
          <p:nvGrpSpPr>
            <p:cNvPr id="611" name="组合 610">
              <a:extLst>
                <a:ext uri="{FF2B5EF4-FFF2-40B4-BE49-F238E27FC236}">
                  <a16:creationId xmlns:a16="http://schemas.microsoft.com/office/drawing/2014/main" id="{5454DB41-4013-B44D-1241-F956A17B0E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80843" y="1315786"/>
              <a:ext cx="969158" cy="951029"/>
              <a:chOff x="5782163" y="1052586"/>
              <a:chExt cx="1768773" cy="1735687"/>
            </a:xfrm>
          </p:grpSpPr>
          <p:sp>
            <p:nvSpPr>
              <p:cNvPr id="613" name="Google Shape;2730;p41">
                <a:extLst>
                  <a:ext uri="{FF2B5EF4-FFF2-40B4-BE49-F238E27FC236}">
                    <a16:creationId xmlns:a16="http://schemas.microsoft.com/office/drawing/2014/main" id="{01142EDE-4028-79F2-25F6-D389C1E80FA6}"/>
                  </a:ext>
                </a:extLst>
              </p:cNvPr>
              <p:cNvSpPr/>
              <p:nvPr/>
            </p:nvSpPr>
            <p:spPr>
              <a:xfrm>
                <a:off x="5782163" y="105258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4" name="Google Shape;2731;p41">
                <a:extLst>
                  <a:ext uri="{FF2B5EF4-FFF2-40B4-BE49-F238E27FC236}">
                    <a16:creationId xmlns:a16="http://schemas.microsoft.com/office/drawing/2014/main" id="{B5F671B8-4032-5CCF-6948-9581DDD6415F}"/>
                  </a:ext>
                </a:extLst>
              </p:cNvPr>
              <p:cNvSpPr/>
              <p:nvPr/>
            </p:nvSpPr>
            <p:spPr>
              <a:xfrm>
                <a:off x="595899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5" name="Google Shape;2732;p41">
                <a:extLst>
                  <a:ext uri="{FF2B5EF4-FFF2-40B4-BE49-F238E27FC236}">
                    <a16:creationId xmlns:a16="http://schemas.microsoft.com/office/drawing/2014/main" id="{B895FBDF-882C-FDD5-48D3-F4889F3612C7}"/>
                  </a:ext>
                </a:extLst>
              </p:cNvPr>
              <p:cNvSpPr/>
              <p:nvPr/>
            </p:nvSpPr>
            <p:spPr>
              <a:xfrm>
                <a:off x="6135829" y="1052588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6" name="Google Shape;2733;p41">
                <a:extLst>
                  <a:ext uri="{FF2B5EF4-FFF2-40B4-BE49-F238E27FC236}">
                    <a16:creationId xmlns:a16="http://schemas.microsoft.com/office/drawing/2014/main" id="{E51C7504-4031-2891-AF8E-93AB425622AA}"/>
                  </a:ext>
                </a:extLst>
              </p:cNvPr>
              <p:cNvSpPr/>
              <p:nvPr/>
            </p:nvSpPr>
            <p:spPr>
              <a:xfrm>
                <a:off x="6312662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7" name="Google Shape;2734;p41">
                <a:extLst>
                  <a:ext uri="{FF2B5EF4-FFF2-40B4-BE49-F238E27FC236}">
                    <a16:creationId xmlns:a16="http://schemas.microsoft.com/office/drawing/2014/main" id="{11657AAC-6B89-4551-2D88-F14FE7ADDCA7}"/>
                  </a:ext>
                </a:extLst>
              </p:cNvPr>
              <p:cNvSpPr/>
              <p:nvPr/>
            </p:nvSpPr>
            <p:spPr>
              <a:xfrm>
                <a:off x="6489495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8" name="Google Shape;2735;p41">
                <a:extLst>
                  <a:ext uri="{FF2B5EF4-FFF2-40B4-BE49-F238E27FC236}">
                    <a16:creationId xmlns:a16="http://schemas.microsoft.com/office/drawing/2014/main" id="{21B15FD3-3E3D-2477-2F44-DAD9F4C15971}"/>
                  </a:ext>
                </a:extLst>
              </p:cNvPr>
              <p:cNvSpPr/>
              <p:nvPr/>
            </p:nvSpPr>
            <p:spPr>
              <a:xfrm>
                <a:off x="666632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9" name="Google Shape;2736;p41">
                <a:extLst>
                  <a:ext uri="{FF2B5EF4-FFF2-40B4-BE49-F238E27FC236}">
                    <a16:creationId xmlns:a16="http://schemas.microsoft.com/office/drawing/2014/main" id="{FC69B74C-4BE3-A692-C8BA-3DA5499B37D8}"/>
                  </a:ext>
                </a:extLst>
              </p:cNvPr>
              <p:cNvSpPr/>
              <p:nvPr/>
            </p:nvSpPr>
            <p:spPr>
              <a:xfrm>
                <a:off x="6843161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0" name="Google Shape;2737;p41">
                <a:extLst>
                  <a:ext uri="{FF2B5EF4-FFF2-40B4-BE49-F238E27FC236}">
                    <a16:creationId xmlns:a16="http://schemas.microsoft.com/office/drawing/2014/main" id="{323CCB8B-EA68-BDF6-8EE1-8B535898A546}"/>
                  </a:ext>
                </a:extLst>
              </p:cNvPr>
              <p:cNvSpPr/>
              <p:nvPr/>
            </p:nvSpPr>
            <p:spPr>
              <a:xfrm>
                <a:off x="701999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1" name="Google Shape;2738;p41">
                <a:extLst>
                  <a:ext uri="{FF2B5EF4-FFF2-40B4-BE49-F238E27FC236}">
                    <a16:creationId xmlns:a16="http://schemas.microsoft.com/office/drawing/2014/main" id="{6947AD38-AEBA-61B1-44D3-8BC047E46B2B}"/>
                  </a:ext>
                </a:extLst>
              </p:cNvPr>
              <p:cNvSpPr/>
              <p:nvPr/>
            </p:nvSpPr>
            <p:spPr>
              <a:xfrm>
                <a:off x="719682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2" name="Google Shape;2739;p41">
                <a:extLst>
                  <a:ext uri="{FF2B5EF4-FFF2-40B4-BE49-F238E27FC236}">
                    <a16:creationId xmlns:a16="http://schemas.microsoft.com/office/drawing/2014/main" id="{82A5728F-D3C2-60CC-84A5-25CD3CAB71EF}"/>
                  </a:ext>
                </a:extLst>
              </p:cNvPr>
              <p:cNvSpPr/>
              <p:nvPr/>
            </p:nvSpPr>
            <p:spPr>
              <a:xfrm>
                <a:off x="7373654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3" name="Google Shape;2740;p41">
                <a:extLst>
                  <a:ext uri="{FF2B5EF4-FFF2-40B4-BE49-F238E27FC236}">
                    <a16:creationId xmlns:a16="http://schemas.microsoft.com/office/drawing/2014/main" id="{1223D36D-8E33-0671-DC6F-DA764B08C5F3}"/>
                  </a:ext>
                </a:extLst>
              </p:cNvPr>
              <p:cNvSpPr/>
              <p:nvPr/>
            </p:nvSpPr>
            <p:spPr>
              <a:xfrm>
                <a:off x="5782169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4" name="Google Shape;2741;p41">
                <a:extLst>
                  <a:ext uri="{FF2B5EF4-FFF2-40B4-BE49-F238E27FC236}">
                    <a16:creationId xmlns:a16="http://schemas.microsoft.com/office/drawing/2014/main" id="{4A1BC00B-62EC-1053-2041-BC451E1FE721}"/>
                  </a:ext>
                </a:extLst>
              </p:cNvPr>
              <p:cNvSpPr/>
              <p:nvPr/>
            </p:nvSpPr>
            <p:spPr>
              <a:xfrm>
                <a:off x="5959001" y="122615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5" name="Google Shape;2742;p41">
                <a:extLst>
                  <a:ext uri="{FF2B5EF4-FFF2-40B4-BE49-F238E27FC236}">
                    <a16:creationId xmlns:a16="http://schemas.microsoft.com/office/drawing/2014/main" id="{A0106F2E-FD83-025E-978A-ED102608B19F}"/>
                  </a:ext>
                </a:extLst>
              </p:cNvPr>
              <p:cNvSpPr/>
              <p:nvPr/>
            </p:nvSpPr>
            <p:spPr>
              <a:xfrm>
                <a:off x="6135832" y="1226156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6" name="Google Shape;2743;p41">
                <a:extLst>
                  <a:ext uri="{FF2B5EF4-FFF2-40B4-BE49-F238E27FC236}">
                    <a16:creationId xmlns:a16="http://schemas.microsoft.com/office/drawing/2014/main" id="{E0CEFB8B-D567-69F4-8935-2A6BC15467AA}"/>
                  </a:ext>
                </a:extLst>
              </p:cNvPr>
              <p:cNvSpPr/>
              <p:nvPr/>
            </p:nvSpPr>
            <p:spPr>
              <a:xfrm>
                <a:off x="6312664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7" name="Google Shape;2744;p41">
                <a:extLst>
                  <a:ext uri="{FF2B5EF4-FFF2-40B4-BE49-F238E27FC236}">
                    <a16:creationId xmlns:a16="http://schemas.microsoft.com/office/drawing/2014/main" id="{547C6C25-847E-62C6-FE48-883B60B6490D}"/>
                  </a:ext>
                </a:extLst>
              </p:cNvPr>
              <p:cNvSpPr/>
              <p:nvPr/>
            </p:nvSpPr>
            <p:spPr>
              <a:xfrm>
                <a:off x="6489495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8" name="Google Shape;2745;p41">
                <a:extLst>
                  <a:ext uri="{FF2B5EF4-FFF2-40B4-BE49-F238E27FC236}">
                    <a16:creationId xmlns:a16="http://schemas.microsoft.com/office/drawing/2014/main" id="{5697E486-D021-1EE4-495F-603AB7049416}"/>
                  </a:ext>
                </a:extLst>
              </p:cNvPr>
              <p:cNvSpPr/>
              <p:nvPr/>
            </p:nvSpPr>
            <p:spPr>
              <a:xfrm>
                <a:off x="6666327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9" name="Google Shape;2746;p41">
                <a:extLst>
                  <a:ext uri="{FF2B5EF4-FFF2-40B4-BE49-F238E27FC236}">
                    <a16:creationId xmlns:a16="http://schemas.microsoft.com/office/drawing/2014/main" id="{6CD0479C-B53D-BEBA-64EE-D6C1FDD138C9}"/>
                  </a:ext>
                </a:extLst>
              </p:cNvPr>
              <p:cNvSpPr/>
              <p:nvPr/>
            </p:nvSpPr>
            <p:spPr>
              <a:xfrm>
                <a:off x="6843158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0" name="Google Shape;2747;p41">
                <a:extLst>
                  <a:ext uri="{FF2B5EF4-FFF2-40B4-BE49-F238E27FC236}">
                    <a16:creationId xmlns:a16="http://schemas.microsoft.com/office/drawing/2014/main" id="{0394EFA1-F734-D62F-6EA4-03C21492B8E5}"/>
                  </a:ext>
                </a:extLst>
              </p:cNvPr>
              <p:cNvSpPr/>
              <p:nvPr/>
            </p:nvSpPr>
            <p:spPr>
              <a:xfrm>
                <a:off x="7019990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1" name="Google Shape;2748;p41">
                <a:extLst>
                  <a:ext uri="{FF2B5EF4-FFF2-40B4-BE49-F238E27FC236}">
                    <a16:creationId xmlns:a16="http://schemas.microsoft.com/office/drawing/2014/main" id="{F2F5CFA6-FD17-9F1B-D91D-2FDB1CB44703}"/>
                  </a:ext>
                </a:extLst>
              </p:cNvPr>
              <p:cNvSpPr/>
              <p:nvPr/>
            </p:nvSpPr>
            <p:spPr>
              <a:xfrm>
                <a:off x="7196821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2" name="Google Shape;2749;p41">
                <a:extLst>
                  <a:ext uri="{FF2B5EF4-FFF2-40B4-BE49-F238E27FC236}">
                    <a16:creationId xmlns:a16="http://schemas.microsoft.com/office/drawing/2014/main" id="{00766D53-970E-5DAB-E8B9-9DB90F99FF51}"/>
                  </a:ext>
                </a:extLst>
              </p:cNvPr>
              <p:cNvSpPr/>
              <p:nvPr/>
            </p:nvSpPr>
            <p:spPr>
              <a:xfrm>
                <a:off x="7373653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3" name="Google Shape;2750;p41">
                <a:extLst>
                  <a:ext uri="{FF2B5EF4-FFF2-40B4-BE49-F238E27FC236}">
                    <a16:creationId xmlns:a16="http://schemas.microsoft.com/office/drawing/2014/main" id="{2306F38D-0048-B76B-110D-F00DF4D1206C}"/>
                  </a:ext>
                </a:extLst>
              </p:cNvPr>
              <p:cNvSpPr/>
              <p:nvPr/>
            </p:nvSpPr>
            <p:spPr>
              <a:xfrm>
                <a:off x="578262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4" name="Google Shape;2751;p41">
                <a:extLst>
                  <a:ext uri="{FF2B5EF4-FFF2-40B4-BE49-F238E27FC236}">
                    <a16:creationId xmlns:a16="http://schemas.microsoft.com/office/drawing/2014/main" id="{C1D6B51F-EE4B-CA15-40E3-D34A7F640187}"/>
                  </a:ext>
                </a:extLst>
              </p:cNvPr>
              <p:cNvSpPr/>
              <p:nvPr/>
            </p:nvSpPr>
            <p:spPr>
              <a:xfrm>
                <a:off x="5959452" y="1399724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5" name="Google Shape;2752;p41">
                <a:extLst>
                  <a:ext uri="{FF2B5EF4-FFF2-40B4-BE49-F238E27FC236}">
                    <a16:creationId xmlns:a16="http://schemas.microsoft.com/office/drawing/2014/main" id="{2B50E660-7F15-1C46-1FE6-53EA9BA77B4C}"/>
                  </a:ext>
                </a:extLst>
              </p:cNvPr>
              <p:cNvSpPr/>
              <p:nvPr/>
            </p:nvSpPr>
            <p:spPr>
              <a:xfrm>
                <a:off x="6136284" y="139972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6" name="Google Shape;2753;p41">
                <a:extLst>
                  <a:ext uri="{FF2B5EF4-FFF2-40B4-BE49-F238E27FC236}">
                    <a16:creationId xmlns:a16="http://schemas.microsoft.com/office/drawing/2014/main" id="{EC61CAF6-82DF-6E22-453D-16B7FB07CBCA}"/>
                  </a:ext>
                </a:extLst>
              </p:cNvPr>
              <p:cNvSpPr/>
              <p:nvPr/>
            </p:nvSpPr>
            <p:spPr>
              <a:xfrm>
                <a:off x="6313115" y="1399724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7" name="Google Shape;2754;p41">
                <a:extLst>
                  <a:ext uri="{FF2B5EF4-FFF2-40B4-BE49-F238E27FC236}">
                    <a16:creationId xmlns:a16="http://schemas.microsoft.com/office/drawing/2014/main" id="{9453A71A-812E-CDD4-687B-70739A76C87F}"/>
                  </a:ext>
                </a:extLst>
              </p:cNvPr>
              <p:cNvSpPr/>
              <p:nvPr/>
            </p:nvSpPr>
            <p:spPr>
              <a:xfrm>
                <a:off x="6489947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8" name="Google Shape;2755;p41">
                <a:extLst>
                  <a:ext uri="{FF2B5EF4-FFF2-40B4-BE49-F238E27FC236}">
                    <a16:creationId xmlns:a16="http://schemas.microsoft.com/office/drawing/2014/main" id="{8A008692-6412-8B5C-B486-1B51F372C919}"/>
                  </a:ext>
                </a:extLst>
              </p:cNvPr>
              <p:cNvSpPr/>
              <p:nvPr/>
            </p:nvSpPr>
            <p:spPr>
              <a:xfrm>
                <a:off x="6666778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9" name="Google Shape;2756;p41">
                <a:extLst>
                  <a:ext uri="{FF2B5EF4-FFF2-40B4-BE49-F238E27FC236}">
                    <a16:creationId xmlns:a16="http://schemas.microsoft.com/office/drawing/2014/main" id="{02CB1B64-3591-C10F-C8FE-AA9DE337FC62}"/>
                  </a:ext>
                </a:extLst>
              </p:cNvPr>
              <p:cNvSpPr/>
              <p:nvPr/>
            </p:nvSpPr>
            <p:spPr>
              <a:xfrm>
                <a:off x="684361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0" name="Google Shape;2757;p41">
                <a:extLst>
                  <a:ext uri="{FF2B5EF4-FFF2-40B4-BE49-F238E27FC236}">
                    <a16:creationId xmlns:a16="http://schemas.microsoft.com/office/drawing/2014/main" id="{2656B0BE-2292-7532-0668-57AB3C35FE82}"/>
                  </a:ext>
                </a:extLst>
              </p:cNvPr>
              <p:cNvSpPr/>
              <p:nvPr/>
            </p:nvSpPr>
            <p:spPr>
              <a:xfrm>
                <a:off x="7020441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1" name="Google Shape;2758;p41">
                <a:extLst>
                  <a:ext uri="{FF2B5EF4-FFF2-40B4-BE49-F238E27FC236}">
                    <a16:creationId xmlns:a16="http://schemas.microsoft.com/office/drawing/2014/main" id="{F08825A3-1045-8F94-C27E-481D60793B78}"/>
                  </a:ext>
                </a:extLst>
              </p:cNvPr>
              <p:cNvSpPr/>
              <p:nvPr/>
            </p:nvSpPr>
            <p:spPr>
              <a:xfrm>
                <a:off x="7197273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2" name="Google Shape;2759;p41">
                <a:extLst>
                  <a:ext uri="{FF2B5EF4-FFF2-40B4-BE49-F238E27FC236}">
                    <a16:creationId xmlns:a16="http://schemas.microsoft.com/office/drawing/2014/main" id="{49184278-BACB-ED27-38E3-68B9EBC7FD1F}"/>
                  </a:ext>
                </a:extLst>
              </p:cNvPr>
              <p:cNvSpPr/>
              <p:nvPr/>
            </p:nvSpPr>
            <p:spPr>
              <a:xfrm>
                <a:off x="7374104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3" name="Google Shape;2760;p41">
                <a:extLst>
                  <a:ext uri="{FF2B5EF4-FFF2-40B4-BE49-F238E27FC236}">
                    <a16:creationId xmlns:a16="http://schemas.microsoft.com/office/drawing/2014/main" id="{FDE8780C-82E5-ED18-D800-5DF2B5A88BD1}"/>
                  </a:ext>
                </a:extLst>
              </p:cNvPr>
              <p:cNvSpPr/>
              <p:nvPr/>
            </p:nvSpPr>
            <p:spPr>
              <a:xfrm>
                <a:off x="578262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4" name="Google Shape;2761;p41">
                <a:extLst>
                  <a:ext uri="{FF2B5EF4-FFF2-40B4-BE49-F238E27FC236}">
                    <a16:creationId xmlns:a16="http://schemas.microsoft.com/office/drawing/2014/main" id="{B65DAEB3-2A29-14FC-543A-02AA2423DA0E}"/>
                  </a:ext>
                </a:extLst>
              </p:cNvPr>
              <p:cNvSpPr/>
              <p:nvPr/>
            </p:nvSpPr>
            <p:spPr>
              <a:xfrm>
                <a:off x="5959452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5" name="Google Shape;2762;p41">
                <a:extLst>
                  <a:ext uri="{FF2B5EF4-FFF2-40B4-BE49-F238E27FC236}">
                    <a16:creationId xmlns:a16="http://schemas.microsoft.com/office/drawing/2014/main" id="{3D4ACE0F-B4D1-7DBA-DC09-0EEE8F49EF4A}"/>
                  </a:ext>
                </a:extLst>
              </p:cNvPr>
              <p:cNvSpPr/>
              <p:nvPr/>
            </p:nvSpPr>
            <p:spPr>
              <a:xfrm>
                <a:off x="6136284" y="1573293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6" name="Google Shape;2763;p41">
                <a:extLst>
                  <a:ext uri="{FF2B5EF4-FFF2-40B4-BE49-F238E27FC236}">
                    <a16:creationId xmlns:a16="http://schemas.microsoft.com/office/drawing/2014/main" id="{E4A4F42B-9272-A71B-FFD4-D23CB370C003}"/>
                  </a:ext>
                </a:extLst>
              </p:cNvPr>
              <p:cNvSpPr/>
              <p:nvPr/>
            </p:nvSpPr>
            <p:spPr>
              <a:xfrm>
                <a:off x="6313115" y="1573293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7" name="Google Shape;2764;p41">
                <a:extLst>
                  <a:ext uri="{FF2B5EF4-FFF2-40B4-BE49-F238E27FC236}">
                    <a16:creationId xmlns:a16="http://schemas.microsoft.com/office/drawing/2014/main" id="{1BFFCC05-9869-8234-2B74-7C25C50A16A6}"/>
                  </a:ext>
                </a:extLst>
              </p:cNvPr>
              <p:cNvSpPr/>
              <p:nvPr/>
            </p:nvSpPr>
            <p:spPr>
              <a:xfrm>
                <a:off x="6489947" y="1573293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8" name="Google Shape;2765;p41">
                <a:extLst>
                  <a:ext uri="{FF2B5EF4-FFF2-40B4-BE49-F238E27FC236}">
                    <a16:creationId xmlns:a16="http://schemas.microsoft.com/office/drawing/2014/main" id="{70A5D657-F431-13BA-E807-1D64241BC4C0}"/>
                  </a:ext>
                </a:extLst>
              </p:cNvPr>
              <p:cNvSpPr/>
              <p:nvPr/>
            </p:nvSpPr>
            <p:spPr>
              <a:xfrm>
                <a:off x="6666778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9" name="Google Shape;2766;p41">
                <a:extLst>
                  <a:ext uri="{FF2B5EF4-FFF2-40B4-BE49-F238E27FC236}">
                    <a16:creationId xmlns:a16="http://schemas.microsoft.com/office/drawing/2014/main" id="{D6749E0B-9273-88BF-22F7-DF51038CE085}"/>
                  </a:ext>
                </a:extLst>
              </p:cNvPr>
              <p:cNvSpPr/>
              <p:nvPr/>
            </p:nvSpPr>
            <p:spPr>
              <a:xfrm>
                <a:off x="684361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0" name="Google Shape;2767;p41">
                <a:extLst>
                  <a:ext uri="{FF2B5EF4-FFF2-40B4-BE49-F238E27FC236}">
                    <a16:creationId xmlns:a16="http://schemas.microsoft.com/office/drawing/2014/main" id="{294A5BAD-4403-13E1-8D46-1ABC8308B88B}"/>
                  </a:ext>
                </a:extLst>
              </p:cNvPr>
              <p:cNvSpPr/>
              <p:nvPr/>
            </p:nvSpPr>
            <p:spPr>
              <a:xfrm>
                <a:off x="7020441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1" name="Google Shape;2768;p41">
                <a:extLst>
                  <a:ext uri="{FF2B5EF4-FFF2-40B4-BE49-F238E27FC236}">
                    <a16:creationId xmlns:a16="http://schemas.microsoft.com/office/drawing/2014/main" id="{E579B1AF-45D6-76D5-5372-635EB9EB1853}"/>
                  </a:ext>
                </a:extLst>
              </p:cNvPr>
              <p:cNvSpPr/>
              <p:nvPr/>
            </p:nvSpPr>
            <p:spPr>
              <a:xfrm>
                <a:off x="7197273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2" name="Google Shape;2769;p41">
                <a:extLst>
                  <a:ext uri="{FF2B5EF4-FFF2-40B4-BE49-F238E27FC236}">
                    <a16:creationId xmlns:a16="http://schemas.microsoft.com/office/drawing/2014/main" id="{44A4A82E-5049-4BA9-CEF2-013B7BFCF1F7}"/>
                  </a:ext>
                </a:extLst>
              </p:cNvPr>
              <p:cNvSpPr/>
              <p:nvPr/>
            </p:nvSpPr>
            <p:spPr>
              <a:xfrm>
                <a:off x="7374104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3" name="Google Shape;2770;p41">
                <a:extLst>
                  <a:ext uri="{FF2B5EF4-FFF2-40B4-BE49-F238E27FC236}">
                    <a16:creationId xmlns:a16="http://schemas.microsoft.com/office/drawing/2014/main" id="{C367F9B4-A6C5-4DB6-2CE6-AF7AE4C5F34B}"/>
                  </a:ext>
                </a:extLst>
              </p:cNvPr>
              <p:cNvSpPr/>
              <p:nvPr/>
            </p:nvSpPr>
            <p:spPr>
              <a:xfrm>
                <a:off x="578262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4" name="Google Shape;2771;p41">
                <a:extLst>
                  <a:ext uri="{FF2B5EF4-FFF2-40B4-BE49-F238E27FC236}">
                    <a16:creationId xmlns:a16="http://schemas.microsoft.com/office/drawing/2014/main" id="{8FC94DE6-6461-6031-8FDA-596F59C0C79D}"/>
                  </a:ext>
                </a:extLst>
              </p:cNvPr>
              <p:cNvSpPr/>
              <p:nvPr/>
            </p:nvSpPr>
            <p:spPr>
              <a:xfrm>
                <a:off x="5959452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5" name="Google Shape;2772;p41">
                <a:extLst>
                  <a:ext uri="{FF2B5EF4-FFF2-40B4-BE49-F238E27FC236}">
                    <a16:creationId xmlns:a16="http://schemas.microsoft.com/office/drawing/2014/main" id="{72A67FB9-C73D-0830-6E82-6DDE69E5FB61}"/>
                  </a:ext>
                </a:extLst>
              </p:cNvPr>
              <p:cNvSpPr/>
              <p:nvPr/>
            </p:nvSpPr>
            <p:spPr>
              <a:xfrm>
                <a:off x="613628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6" name="Google Shape;2773;p41">
                <a:extLst>
                  <a:ext uri="{FF2B5EF4-FFF2-40B4-BE49-F238E27FC236}">
                    <a16:creationId xmlns:a16="http://schemas.microsoft.com/office/drawing/2014/main" id="{D0A9AC2E-F01A-185F-D60E-99BB6048AD3B}"/>
                  </a:ext>
                </a:extLst>
              </p:cNvPr>
              <p:cNvSpPr/>
              <p:nvPr/>
            </p:nvSpPr>
            <p:spPr>
              <a:xfrm>
                <a:off x="6313115" y="1746861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7" name="Google Shape;2774;p41">
                <a:extLst>
                  <a:ext uri="{FF2B5EF4-FFF2-40B4-BE49-F238E27FC236}">
                    <a16:creationId xmlns:a16="http://schemas.microsoft.com/office/drawing/2014/main" id="{0E9AB64A-05DA-8704-986F-97F5F349F466}"/>
                  </a:ext>
                </a:extLst>
              </p:cNvPr>
              <p:cNvSpPr/>
              <p:nvPr/>
            </p:nvSpPr>
            <p:spPr>
              <a:xfrm>
                <a:off x="6489947" y="1746861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8" name="Google Shape;2775;p41">
                <a:extLst>
                  <a:ext uri="{FF2B5EF4-FFF2-40B4-BE49-F238E27FC236}">
                    <a16:creationId xmlns:a16="http://schemas.microsoft.com/office/drawing/2014/main" id="{F01B7CAC-CF16-AA50-E538-96502FA90259}"/>
                  </a:ext>
                </a:extLst>
              </p:cNvPr>
              <p:cNvSpPr/>
              <p:nvPr/>
            </p:nvSpPr>
            <p:spPr>
              <a:xfrm>
                <a:off x="6666778" y="1746861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9" name="Google Shape;2776;p41">
                <a:extLst>
                  <a:ext uri="{FF2B5EF4-FFF2-40B4-BE49-F238E27FC236}">
                    <a16:creationId xmlns:a16="http://schemas.microsoft.com/office/drawing/2014/main" id="{FF7ABA5C-7BC2-0C5F-504D-56361AE810C1}"/>
                  </a:ext>
                </a:extLst>
              </p:cNvPr>
              <p:cNvSpPr/>
              <p:nvPr/>
            </p:nvSpPr>
            <p:spPr>
              <a:xfrm>
                <a:off x="684361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0" name="Google Shape;2777;p41">
                <a:extLst>
                  <a:ext uri="{FF2B5EF4-FFF2-40B4-BE49-F238E27FC236}">
                    <a16:creationId xmlns:a16="http://schemas.microsoft.com/office/drawing/2014/main" id="{CBBE5B7C-930E-147E-CB46-0AA1224DC336}"/>
                  </a:ext>
                </a:extLst>
              </p:cNvPr>
              <p:cNvSpPr/>
              <p:nvPr/>
            </p:nvSpPr>
            <p:spPr>
              <a:xfrm>
                <a:off x="7020441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1" name="Google Shape;2778;p41">
                <a:extLst>
                  <a:ext uri="{FF2B5EF4-FFF2-40B4-BE49-F238E27FC236}">
                    <a16:creationId xmlns:a16="http://schemas.microsoft.com/office/drawing/2014/main" id="{6B50A373-C609-66B1-5611-BCD2E4E1AB55}"/>
                  </a:ext>
                </a:extLst>
              </p:cNvPr>
              <p:cNvSpPr/>
              <p:nvPr/>
            </p:nvSpPr>
            <p:spPr>
              <a:xfrm>
                <a:off x="7197273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2" name="Google Shape;2779;p41">
                <a:extLst>
                  <a:ext uri="{FF2B5EF4-FFF2-40B4-BE49-F238E27FC236}">
                    <a16:creationId xmlns:a16="http://schemas.microsoft.com/office/drawing/2014/main" id="{EE0A7523-A041-0D56-3099-A0093BFAB35D}"/>
                  </a:ext>
                </a:extLst>
              </p:cNvPr>
              <p:cNvSpPr/>
              <p:nvPr/>
            </p:nvSpPr>
            <p:spPr>
              <a:xfrm>
                <a:off x="737410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3" name="Google Shape;2780;p41">
                <a:extLst>
                  <a:ext uri="{FF2B5EF4-FFF2-40B4-BE49-F238E27FC236}">
                    <a16:creationId xmlns:a16="http://schemas.microsoft.com/office/drawing/2014/main" id="{89AC38C2-7AB5-B36F-2D33-5B6252F33E48}"/>
                  </a:ext>
                </a:extLst>
              </p:cNvPr>
              <p:cNvSpPr/>
              <p:nvPr/>
            </p:nvSpPr>
            <p:spPr>
              <a:xfrm>
                <a:off x="5782169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4" name="Google Shape;2781;p41">
                <a:extLst>
                  <a:ext uri="{FF2B5EF4-FFF2-40B4-BE49-F238E27FC236}">
                    <a16:creationId xmlns:a16="http://schemas.microsoft.com/office/drawing/2014/main" id="{9C9CB240-CDBE-5887-DCFC-CB623253B3D7}"/>
                  </a:ext>
                </a:extLst>
              </p:cNvPr>
              <p:cNvSpPr/>
              <p:nvPr/>
            </p:nvSpPr>
            <p:spPr>
              <a:xfrm>
                <a:off x="595900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5" name="Google Shape;2782;p41">
                <a:extLst>
                  <a:ext uri="{FF2B5EF4-FFF2-40B4-BE49-F238E27FC236}">
                    <a16:creationId xmlns:a16="http://schemas.microsoft.com/office/drawing/2014/main" id="{6998394C-2260-0080-2036-7FA2785B9B51}"/>
                  </a:ext>
                </a:extLst>
              </p:cNvPr>
              <p:cNvSpPr/>
              <p:nvPr/>
            </p:nvSpPr>
            <p:spPr>
              <a:xfrm>
                <a:off x="6135832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6" name="Google Shape;2783;p41">
                <a:extLst>
                  <a:ext uri="{FF2B5EF4-FFF2-40B4-BE49-F238E27FC236}">
                    <a16:creationId xmlns:a16="http://schemas.microsoft.com/office/drawing/2014/main" id="{35C49FCF-8F9F-0C6F-4B88-5CF6429AE776}"/>
                  </a:ext>
                </a:extLst>
              </p:cNvPr>
              <p:cNvSpPr/>
              <p:nvPr/>
            </p:nvSpPr>
            <p:spPr>
              <a:xfrm>
                <a:off x="6312664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7" name="Google Shape;2784;p41">
                <a:extLst>
                  <a:ext uri="{FF2B5EF4-FFF2-40B4-BE49-F238E27FC236}">
                    <a16:creationId xmlns:a16="http://schemas.microsoft.com/office/drawing/2014/main" id="{263982C4-9D3E-246F-D525-393BA0536D76}"/>
                  </a:ext>
                </a:extLst>
              </p:cNvPr>
              <p:cNvSpPr/>
              <p:nvPr/>
            </p:nvSpPr>
            <p:spPr>
              <a:xfrm>
                <a:off x="6489495" y="1920430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8" name="Google Shape;2785;p41">
                <a:extLst>
                  <a:ext uri="{FF2B5EF4-FFF2-40B4-BE49-F238E27FC236}">
                    <a16:creationId xmlns:a16="http://schemas.microsoft.com/office/drawing/2014/main" id="{E1D927F5-89BB-2681-D8B7-82F01EE721E8}"/>
                  </a:ext>
                </a:extLst>
              </p:cNvPr>
              <p:cNvSpPr/>
              <p:nvPr/>
            </p:nvSpPr>
            <p:spPr>
              <a:xfrm>
                <a:off x="6666327" y="1920430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9" name="Google Shape;2786;p41">
                <a:extLst>
                  <a:ext uri="{FF2B5EF4-FFF2-40B4-BE49-F238E27FC236}">
                    <a16:creationId xmlns:a16="http://schemas.microsoft.com/office/drawing/2014/main" id="{BB04CF09-01C7-4B1C-23F0-65364543F0DD}"/>
                  </a:ext>
                </a:extLst>
              </p:cNvPr>
              <p:cNvSpPr/>
              <p:nvPr/>
            </p:nvSpPr>
            <p:spPr>
              <a:xfrm>
                <a:off x="6843158" y="1920430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0" name="Google Shape;2787;p41">
                <a:extLst>
                  <a:ext uri="{FF2B5EF4-FFF2-40B4-BE49-F238E27FC236}">
                    <a16:creationId xmlns:a16="http://schemas.microsoft.com/office/drawing/2014/main" id="{1B934A5C-868B-58A1-4F7A-7C755F936F7F}"/>
                  </a:ext>
                </a:extLst>
              </p:cNvPr>
              <p:cNvSpPr/>
              <p:nvPr/>
            </p:nvSpPr>
            <p:spPr>
              <a:xfrm>
                <a:off x="7019990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1" name="Google Shape;2788;p41">
                <a:extLst>
                  <a:ext uri="{FF2B5EF4-FFF2-40B4-BE49-F238E27FC236}">
                    <a16:creationId xmlns:a16="http://schemas.microsoft.com/office/drawing/2014/main" id="{78D8E907-AB8A-E4A4-3214-3568B08A1C7B}"/>
                  </a:ext>
                </a:extLst>
              </p:cNvPr>
              <p:cNvSpPr/>
              <p:nvPr/>
            </p:nvSpPr>
            <p:spPr>
              <a:xfrm>
                <a:off x="719682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2" name="Google Shape;2789;p41">
                <a:extLst>
                  <a:ext uri="{FF2B5EF4-FFF2-40B4-BE49-F238E27FC236}">
                    <a16:creationId xmlns:a16="http://schemas.microsoft.com/office/drawing/2014/main" id="{F3137C8E-FEDA-CCD9-BC59-C0199BBA1605}"/>
                  </a:ext>
                </a:extLst>
              </p:cNvPr>
              <p:cNvSpPr/>
              <p:nvPr/>
            </p:nvSpPr>
            <p:spPr>
              <a:xfrm>
                <a:off x="7373653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3" name="Google Shape;2790;p41">
                <a:extLst>
                  <a:ext uri="{FF2B5EF4-FFF2-40B4-BE49-F238E27FC236}">
                    <a16:creationId xmlns:a16="http://schemas.microsoft.com/office/drawing/2014/main" id="{2075BC5E-D493-B888-870E-6EB8F36F8C85}"/>
                  </a:ext>
                </a:extLst>
              </p:cNvPr>
              <p:cNvSpPr/>
              <p:nvPr/>
            </p:nvSpPr>
            <p:spPr>
              <a:xfrm>
                <a:off x="5782169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4" name="Google Shape;2791;p41">
                <a:extLst>
                  <a:ext uri="{FF2B5EF4-FFF2-40B4-BE49-F238E27FC236}">
                    <a16:creationId xmlns:a16="http://schemas.microsoft.com/office/drawing/2014/main" id="{3C05435B-D962-8138-D922-858F262D31B1}"/>
                  </a:ext>
                </a:extLst>
              </p:cNvPr>
              <p:cNvSpPr/>
              <p:nvPr/>
            </p:nvSpPr>
            <p:spPr>
              <a:xfrm>
                <a:off x="595900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5" name="Google Shape;2792;p41">
                <a:extLst>
                  <a:ext uri="{FF2B5EF4-FFF2-40B4-BE49-F238E27FC236}">
                    <a16:creationId xmlns:a16="http://schemas.microsoft.com/office/drawing/2014/main" id="{E50D8F8F-DFB2-A006-129D-DB4688DE699E}"/>
                  </a:ext>
                </a:extLst>
              </p:cNvPr>
              <p:cNvSpPr/>
              <p:nvPr/>
            </p:nvSpPr>
            <p:spPr>
              <a:xfrm>
                <a:off x="6135832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6" name="Google Shape;2793;p41">
                <a:extLst>
                  <a:ext uri="{FF2B5EF4-FFF2-40B4-BE49-F238E27FC236}">
                    <a16:creationId xmlns:a16="http://schemas.microsoft.com/office/drawing/2014/main" id="{16CE5677-840E-87F7-CD25-76BABC49FEA1}"/>
                  </a:ext>
                </a:extLst>
              </p:cNvPr>
              <p:cNvSpPr/>
              <p:nvPr/>
            </p:nvSpPr>
            <p:spPr>
              <a:xfrm>
                <a:off x="6312664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7" name="Google Shape;2794;p41">
                <a:extLst>
                  <a:ext uri="{FF2B5EF4-FFF2-40B4-BE49-F238E27FC236}">
                    <a16:creationId xmlns:a16="http://schemas.microsoft.com/office/drawing/2014/main" id="{080411EB-F998-431C-963D-9D0AE488D08E}"/>
                  </a:ext>
                </a:extLst>
              </p:cNvPr>
              <p:cNvSpPr/>
              <p:nvPr/>
            </p:nvSpPr>
            <p:spPr>
              <a:xfrm>
                <a:off x="6489495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8" name="Google Shape;2795;p41">
                <a:extLst>
                  <a:ext uri="{FF2B5EF4-FFF2-40B4-BE49-F238E27FC236}">
                    <a16:creationId xmlns:a16="http://schemas.microsoft.com/office/drawing/2014/main" id="{DA71893D-1D7B-8282-7E7D-5D6AAC05D7B1}"/>
                  </a:ext>
                </a:extLst>
              </p:cNvPr>
              <p:cNvSpPr/>
              <p:nvPr/>
            </p:nvSpPr>
            <p:spPr>
              <a:xfrm>
                <a:off x="6666327" y="2093999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9" name="Google Shape;2796;p41">
                <a:extLst>
                  <a:ext uri="{FF2B5EF4-FFF2-40B4-BE49-F238E27FC236}">
                    <a16:creationId xmlns:a16="http://schemas.microsoft.com/office/drawing/2014/main" id="{DE94CD7A-5A9B-FF17-2B4F-9145787FF152}"/>
                  </a:ext>
                </a:extLst>
              </p:cNvPr>
              <p:cNvSpPr/>
              <p:nvPr/>
            </p:nvSpPr>
            <p:spPr>
              <a:xfrm>
                <a:off x="6843158" y="2093999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0" name="Google Shape;2797;p41">
                <a:extLst>
                  <a:ext uri="{FF2B5EF4-FFF2-40B4-BE49-F238E27FC236}">
                    <a16:creationId xmlns:a16="http://schemas.microsoft.com/office/drawing/2014/main" id="{8157DA15-958D-8A22-A8AB-2573F1D2759A}"/>
                  </a:ext>
                </a:extLst>
              </p:cNvPr>
              <p:cNvSpPr/>
              <p:nvPr/>
            </p:nvSpPr>
            <p:spPr>
              <a:xfrm>
                <a:off x="7019990" y="2093999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1" name="Google Shape;2798;p41">
                <a:extLst>
                  <a:ext uri="{FF2B5EF4-FFF2-40B4-BE49-F238E27FC236}">
                    <a16:creationId xmlns:a16="http://schemas.microsoft.com/office/drawing/2014/main" id="{E01E3D5E-B0D3-8520-F1B2-DBBB6F37E919}"/>
                  </a:ext>
                </a:extLst>
              </p:cNvPr>
              <p:cNvSpPr/>
              <p:nvPr/>
            </p:nvSpPr>
            <p:spPr>
              <a:xfrm>
                <a:off x="719682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2" name="Google Shape;2799;p41">
                <a:extLst>
                  <a:ext uri="{FF2B5EF4-FFF2-40B4-BE49-F238E27FC236}">
                    <a16:creationId xmlns:a16="http://schemas.microsoft.com/office/drawing/2014/main" id="{D6A01520-DC11-4739-F32D-8BE2C3724925}"/>
                  </a:ext>
                </a:extLst>
              </p:cNvPr>
              <p:cNvSpPr/>
              <p:nvPr/>
            </p:nvSpPr>
            <p:spPr>
              <a:xfrm>
                <a:off x="7373653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3" name="Google Shape;2800;p41">
                <a:extLst>
                  <a:ext uri="{FF2B5EF4-FFF2-40B4-BE49-F238E27FC236}">
                    <a16:creationId xmlns:a16="http://schemas.microsoft.com/office/drawing/2014/main" id="{DE4B6B4A-A7D4-27D3-7762-B3E80809AC67}"/>
                  </a:ext>
                </a:extLst>
              </p:cNvPr>
              <p:cNvSpPr/>
              <p:nvPr/>
            </p:nvSpPr>
            <p:spPr>
              <a:xfrm>
                <a:off x="5782620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4" name="Google Shape;2801;p41">
                <a:extLst>
                  <a:ext uri="{FF2B5EF4-FFF2-40B4-BE49-F238E27FC236}">
                    <a16:creationId xmlns:a16="http://schemas.microsoft.com/office/drawing/2014/main" id="{2F292C25-312D-D8E4-A3C9-1B7FC05446FB}"/>
                  </a:ext>
                </a:extLst>
              </p:cNvPr>
              <p:cNvSpPr/>
              <p:nvPr/>
            </p:nvSpPr>
            <p:spPr>
              <a:xfrm>
                <a:off x="5959452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5" name="Google Shape;2802;p41">
                <a:extLst>
                  <a:ext uri="{FF2B5EF4-FFF2-40B4-BE49-F238E27FC236}">
                    <a16:creationId xmlns:a16="http://schemas.microsoft.com/office/drawing/2014/main" id="{663A0051-E9AE-A575-3DCA-D749544AC120}"/>
                  </a:ext>
                </a:extLst>
              </p:cNvPr>
              <p:cNvSpPr/>
              <p:nvPr/>
            </p:nvSpPr>
            <p:spPr>
              <a:xfrm>
                <a:off x="613628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6" name="Google Shape;2803;p41">
                <a:extLst>
                  <a:ext uri="{FF2B5EF4-FFF2-40B4-BE49-F238E27FC236}">
                    <a16:creationId xmlns:a16="http://schemas.microsoft.com/office/drawing/2014/main" id="{A871F571-6426-3343-AB62-A94A076ADAB2}"/>
                  </a:ext>
                </a:extLst>
              </p:cNvPr>
              <p:cNvSpPr/>
              <p:nvPr/>
            </p:nvSpPr>
            <p:spPr>
              <a:xfrm>
                <a:off x="6313115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7" name="Google Shape;2804;p41">
                <a:extLst>
                  <a:ext uri="{FF2B5EF4-FFF2-40B4-BE49-F238E27FC236}">
                    <a16:creationId xmlns:a16="http://schemas.microsoft.com/office/drawing/2014/main" id="{4FB59232-6F1F-D92D-AB92-11B3E4C0EABD}"/>
                  </a:ext>
                </a:extLst>
              </p:cNvPr>
              <p:cNvSpPr/>
              <p:nvPr/>
            </p:nvSpPr>
            <p:spPr>
              <a:xfrm>
                <a:off x="6489947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8" name="Google Shape;2805;p41">
                <a:extLst>
                  <a:ext uri="{FF2B5EF4-FFF2-40B4-BE49-F238E27FC236}">
                    <a16:creationId xmlns:a16="http://schemas.microsoft.com/office/drawing/2014/main" id="{D1C356CA-9FF7-EDFD-83CD-4B2F587AF945}"/>
                  </a:ext>
                </a:extLst>
              </p:cNvPr>
              <p:cNvSpPr/>
              <p:nvPr/>
            </p:nvSpPr>
            <p:spPr>
              <a:xfrm>
                <a:off x="6666778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9" name="Google Shape;2806;p41">
                <a:extLst>
                  <a:ext uri="{FF2B5EF4-FFF2-40B4-BE49-F238E27FC236}">
                    <a16:creationId xmlns:a16="http://schemas.microsoft.com/office/drawing/2014/main" id="{D6AB4CD6-9C5F-2887-E1EE-793B2E65110F}"/>
                  </a:ext>
                </a:extLst>
              </p:cNvPr>
              <p:cNvSpPr/>
              <p:nvPr/>
            </p:nvSpPr>
            <p:spPr>
              <a:xfrm>
                <a:off x="6843610" y="2267567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0" name="Google Shape;2807;p41">
                <a:extLst>
                  <a:ext uri="{FF2B5EF4-FFF2-40B4-BE49-F238E27FC236}">
                    <a16:creationId xmlns:a16="http://schemas.microsoft.com/office/drawing/2014/main" id="{D63A272C-8F90-E76B-E182-1957B6CCCEE9}"/>
                  </a:ext>
                </a:extLst>
              </p:cNvPr>
              <p:cNvSpPr/>
              <p:nvPr/>
            </p:nvSpPr>
            <p:spPr>
              <a:xfrm>
                <a:off x="7020441" y="2267567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1" name="Google Shape;2808;p41">
                <a:extLst>
                  <a:ext uri="{FF2B5EF4-FFF2-40B4-BE49-F238E27FC236}">
                    <a16:creationId xmlns:a16="http://schemas.microsoft.com/office/drawing/2014/main" id="{1B4D3A97-9E19-6C7A-F96F-B1DC7A7BEAA4}"/>
                  </a:ext>
                </a:extLst>
              </p:cNvPr>
              <p:cNvSpPr/>
              <p:nvPr/>
            </p:nvSpPr>
            <p:spPr>
              <a:xfrm>
                <a:off x="7197273" y="2267567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2" name="Google Shape;2809;p41">
                <a:extLst>
                  <a:ext uri="{FF2B5EF4-FFF2-40B4-BE49-F238E27FC236}">
                    <a16:creationId xmlns:a16="http://schemas.microsoft.com/office/drawing/2014/main" id="{B03C1F19-DB2F-26F8-D3E9-FF8A41184ACC}"/>
                  </a:ext>
                </a:extLst>
              </p:cNvPr>
              <p:cNvSpPr/>
              <p:nvPr/>
            </p:nvSpPr>
            <p:spPr>
              <a:xfrm>
                <a:off x="737410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3" name="Google Shape;2810;p41">
                <a:extLst>
                  <a:ext uri="{FF2B5EF4-FFF2-40B4-BE49-F238E27FC236}">
                    <a16:creationId xmlns:a16="http://schemas.microsoft.com/office/drawing/2014/main" id="{F7A97950-35BF-97CA-A406-55D48A34A99E}"/>
                  </a:ext>
                </a:extLst>
              </p:cNvPr>
              <p:cNvSpPr/>
              <p:nvPr/>
            </p:nvSpPr>
            <p:spPr>
              <a:xfrm>
                <a:off x="578262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4" name="Google Shape;2811;p41">
                <a:extLst>
                  <a:ext uri="{FF2B5EF4-FFF2-40B4-BE49-F238E27FC236}">
                    <a16:creationId xmlns:a16="http://schemas.microsoft.com/office/drawing/2014/main" id="{7458AD59-44A4-C956-C34E-FC6FF1E8EB42}"/>
                  </a:ext>
                </a:extLst>
              </p:cNvPr>
              <p:cNvSpPr/>
              <p:nvPr/>
            </p:nvSpPr>
            <p:spPr>
              <a:xfrm>
                <a:off x="5959452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5" name="Google Shape;2812;p41">
                <a:extLst>
                  <a:ext uri="{FF2B5EF4-FFF2-40B4-BE49-F238E27FC236}">
                    <a16:creationId xmlns:a16="http://schemas.microsoft.com/office/drawing/2014/main" id="{109062C9-8AD7-F90C-2AD8-5358E74F13BE}"/>
                  </a:ext>
                </a:extLst>
              </p:cNvPr>
              <p:cNvSpPr/>
              <p:nvPr/>
            </p:nvSpPr>
            <p:spPr>
              <a:xfrm>
                <a:off x="613628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6" name="Google Shape;2813;p41">
                <a:extLst>
                  <a:ext uri="{FF2B5EF4-FFF2-40B4-BE49-F238E27FC236}">
                    <a16:creationId xmlns:a16="http://schemas.microsoft.com/office/drawing/2014/main" id="{CD111CC0-4C2A-E794-279C-49B0C2B0D2E7}"/>
                  </a:ext>
                </a:extLst>
              </p:cNvPr>
              <p:cNvSpPr/>
              <p:nvPr/>
            </p:nvSpPr>
            <p:spPr>
              <a:xfrm>
                <a:off x="6313115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7" name="Google Shape;2814;p41">
                <a:extLst>
                  <a:ext uri="{FF2B5EF4-FFF2-40B4-BE49-F238E27FC236}">
                    <a16:creationId xmlns:a16="http://schemas.microsoft.com/office/drawing/2014/main" id="{6D01F824-CE18-2453-A5B7-B9B99533CF2B}"/>
                  </a:ext>
                </a:extLst>
              </p:cNvPr>
              <p:cNvSpPr/>
              <p:nvPr/>
            </p:nvSpPr>
            <p:spPr>
              <a:xfrm>
                <a:off x="6489947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8" name="Google Shape;2815;p41">
                <a:extLst>
                  <a:ext uri="{FF2B5EF4-FFF2-40B4-BE49-F238E27FC236}">
                    <a16:creationId xmlns:a16="http://schemas.microsoft.com/office/drawing/2014/main" id="{EFD120DD-B86C-071E-3CAF-F15E2C90E88E}"/>
                  </a:ext>
                </a:extLst>
              </p:cNvPr>
              <p:cNvSpPr/>
              <p:nvPr/>
            </p:nvSpPr>
            <p:spPr>
              <a:xfrm>
                <a:off x="6666778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9" name="Google Shape;2816;p41">
                <a:extLst>
                  <a:ext uri="{FF2B5EF4-FFF2-40B4-BE49-F238E27FC236}">
                    <a16:creationId xmlns:a16="http://schemas.microsoft.com/office/drawing/2014/main" id="{2BE76138-F736-78FF-E473-E540F0AA2B84}"/>
                  </a:ext>
                </a:extLst>
              </p:cNvPr>
              <p:cNvSpPr/>
              <p:nvPr/>
            </p:nvSpPr>
            <p:spPr>
              <a:xfrm>
                <a:off x="684361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0" name="Google Shape;2817;p41">
                <a:extLst>
                  <a:ext uri="{FF2B5EF4-FFF2-40B4-BE49-F238E27FC236}">
                    <a16:creationId xmlns:a16="http://schemas.microsoft.com/office/drawing/2014/main" id="{7B34A175-DE6D-4291-8EC3-A1078E1FF656}"/>
                  </a:ext>
                </a:extLst>
              </p:cNvPr>
              <p:cNvSpPr/>
              <p:nvPr/>
            </p:nvSpPr>
            <p:spPr>
              <a:xfrm>
                <a:off x="7020441" y="2441136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1" name="Google Shape;2818;p41">
                <a:extLst>
                  <a:ext uri="{FF2B5EF4-FFF2-40B4-BE49-F238E27FC236}">
                    <a16:creationId xmlns:a16="http://schemas.microsoft.com/office/drawing/2014/main" id="{61553C8D-DA23-E147-0284-901E10BC1C40}"/>
                  </a:ext>
                </a:extLst>
              </p:cNvPr>
              <p:cNvSpPr/>
              <p:nvPr/>
            </p:nvSpPr>
            <p:spPr>
              <a:xfrm>
                <a:off x="7197273" y="244113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2" name="Google Shape;2819;p41">
                <a:extLst>
                  <a:ext uri="{FF2B5EF4-FFF2-40B4-BE49-F238E27FC236}">
                    <a16:creationId xmlns:a16="http://schemas.microsoft.com/office/drawing/2014/main" id="{AC16DFAB-1CB5-8418-2933-CEFE87942F28}"/>
                  </a:ext>
                </a:extLst>
              </p:cNvPr>
              <p:cNvSpPr/>
              <p:nvPr/>
            </p:nvSpPr>
            <p:spPr>
              <a:xfrm>
                <a:off x="737410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3" name="Google Shape;2820;p41">
                <a:extLst>
                  <a:ext uri="{FF2B5EF4-FFF2-40B4-BE49-F238E27FC236}">
                    <a16:creationId xmlns:a16="http://schemas.microsoft.com/office/drawing/2014/main" id="{AA80B3EA-A328-6040-2188-F4E30EDCDF08}"/>
                  </a:ext>
                </a:extLst>
              </p:cNvPr>
              <p:cNvSpPr/>
              <p:nvPr/>
            </p:nvSpPr>
            <p:spPr>
              <a:xfrm>
                <a:off x="578262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4" name="Google Shape;2821;p41">
                <a:extLst>
                  <a:ext uri="{FF2B5EF4-FFF2-40B4-BE49-F238E27FC236}">
                    <a16:creationId xmlns:a16="http://schemas.microsoft.com/office/drawing/2014/main" id="{12949068-D0AE-E193-6EBE-2D12A6F22930}"/>
                  </a:ext>
                </a:extLst>
              </p:cNvPr>
              <p:cNvSpPr/>
              <p:nvPr/>
            </p:nvSpPr>
            <p:spPr>
              <a:xfrm>
                <a:off x="5959452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5" name="Google Shape;2822;p41">
                <a:extLst>
                  <a:ext uri="{FF2B5EF4-FFF2-40B4-BE49-F238E27FC236}">
                    <a16:creationId xmlns:a16="http://schemas.microsoft.com/office/drawing/2014/main" id="{65E797C6-FB5D-AE57-F795-E0061F4437A4}"/>
                  </a:ext>
                </a:extLst>
              </p:cNvPr>
              <p:cNvSpPr/>
              <p:nvPr/>
            </p:nvSpPr>
            <p:spPr>
              <a:xfrm>
                <a:off x="6136284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6" name="Google Shape;2823;p41">
                <a:extLst>
                  <a:ext uri="{FF2B5EF4-FFF2-40B4-BE49-F238E27FC236}">
                    <a16:creationId xmlns:a16="http://schemas.microsoft.com/office/drawing/2014/main" id="{D231A12F-6E16-C2F5-DB4C-A9FE3D7F71EC}"/>
                  </a:ext>
                </a:extLst>
              </p:cNvPr>
              <p:cNvSpPr/>
              <p:nvPr/>
            </p:nvSpPr>
            <p:spPr>
              <a:xfrm>
                <a:off x="6313115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7" name="Google Shape;2824;p41">
                <a:extLst>
                  <a:ext uri="{FF2B5EF4-FFF2-40B4-BE49-F238E27FC236}">
                    <a16:creationId xmlns:a16="http://schemas.microsoft.com/office/drawing/2014/main" id="{E519A3FE-DED7-2E60-B0B5-20FF70A0252C}"/>
                  </a:ext>
                </a:extLst>
              </p:cNvPr>
              <p:cNvSpPr/>
              <p:nvPr/>
            </p:nvSpPr>
            <p:spPr>
              <a:xfrm>
                <a:off x="6489947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8" name="Google Shape;2825;p41">
                <a:extLst>
                  <a:ext uri="{FF2B5EF4-FFF2-40B4-BE49-F238E27FC236}">
                    <a16:creationId xmlns:a16="http://schemas.microsoft.com/office/drawing/2014/main" id="{23E1D20F-E18E-A0C8-FD6A-5BCC8C45DC77}"/>
                  </a:ext>
                </a:extLst>
              </p:cNvPr>
              <p:cNvSpPr/>
              <p:nvPr/>
            </p:nvSpPr>
            <p:spPr>
              <a:xfrm>
                <a:off x="6666778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9" name="Google Shape;2826;p41">
                <a:extLst>
                  <a:ext uri="{FF2B5EF4-FFF2-40B4-BE49-F238E27FC236}">
                    <a16:creationId xmlns:a16="http://schemas.microsoft.com/office/drawing/2014/main" id="{0FC544B5-F125-BB6A-3C80-F46F2F5826B8}"/>
                  </a:ext>
                </a:extLst>
              </p:cNvPr>
              <p:cNvSpPr/>
              <p:nvPr/>
            </p:nvSpPr>
            <p:spPr>
              <a:xfrm>
                <a:off x="684361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0" name="Google Shape;2827;p41">
                <a:extLst>
                  <a:ext uri="{FF2B5EF4-FFF2-40B4-BE49-F238E27FC236}">
                    <a16:creationId xmlns:a16="http://schemas.microsoft.com/office/drawing/2014/main" id="{9F566E5C-9DA2-8486-C295-93B1C9573A1B}"/>
                  </a:ext>
                </a:extLst>
              </p:cNvPr>
              <p:cNvSpPr/>
              <p:nvPr/>
            </p:nvSpPr>
            <p:spPr>
              <a:xfrm>
                <a:off x="7020441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1" name="Google Shape;2828;p41">
                <a:extLst>
                  <a:ext uri="{FF2B5EF4-FFF2-40B4-BE49-F238E27FC236}">
                    <a16:creationId xmlns:a16="http://schemas.microsoft.com/office/drawing/2014/main" id="{6D27C757-6933-3644-9E3C-50F6E876FA15}"/>
                  </a:ext>
                </a:extLst>
              </p:cNvPr>
              <p:cNvSpPr/>
              <p:nvPr/>
            </p:nvSpPr>
            <p:spPr>
              <a:xfrm>
                <a:off x="7197273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2" name="Google Shape;2829;p41">
                <a:extLst>
                  <a:ext uri="{FF2B5EF4-FFF2-40B4-BE49-F238E27FC236}">
                    <a16:creationId xmlns:a16="http://schemas.microsoft.com/office/drawing/2014/main" id="{00AC794C-B500-85C7-BE53-72A691393BBD}"/>
                  </a:ext>
                </a:extLst>
              </p:cNvPr>
              <p:cNvSpPr/>
              <p:nvPr/>
            </p:nvSpPr>
            <p:spPr>
              <a:xfrm>
                <a:off x="7374104" y="261470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2" name="文本框 611">
                  <a:extLst>
                    <a:ext uri="{FF2B5EF4-FFF2-40B4-BE49-F238E27FC236}">
                      <a16:creationId xmlns:a16="http://schemas.microsoft.com/office/drawing/2014/main" id="{51CAF11B-B035-8F98-94C8-4C94B48676EC}"/>
                    </a:ext>
                  </a:extLst>
                </p:cNvPr>
                <p:cNvSpPr txBox="1"/>
                <p:nvPr/>
              </p:nvSpPr>
              <p:spPr>
                <a:xfrm>
                  <a:off x="5674731" y="1023257"/>
                  <a:ext cx="432490" cy="2955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d>
                              <m:dPr>
                                <m:ctrlPr>
  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612" name="文本框 611">
                  <a:extLst>
                    <a:ext uri="{FF2B5EF4-FFF2-40B4-BE49-F238E27FC236}">
                      <a16:creationId xmlns:a16="http://schemas.microsoft.com/office/drawing/2014/main" id="{51CAF11B-B035-8F98-94C8-4C94B4867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4731" y="1023257"/>
                  <a:ext cx="432490" cy="295594"/>
                </a:xfrm>
                <a:prstGeom prst="rect">
                  <a:avLst/>
                </a:prstGeom>
                <a:blipFill>
                  <a:blip r:embed="rId7"/>
                  <a:stretch>
                    <a:fillRect l="-11429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8" name="组合 437">
            <a:extLst>
              <a:ext uri="{FF2B5EF4-FFF2-40B4-BE49-F238E27FC236}">
                <a16:creationId xmlns:a16="http://schemas.microsoft.com/office/drawing/2014/main" id="{13B46A7D-FA83-4871-57AF-4330E5CAE2D2}"/>
              </a:ext>
            </a:extLst>
          </p:cNvPr>
          <p:cNvGrpSpPr/>
          <p:nvPr/>
        </p:nvGrpSpPr>
        <p:grpSpPr>
          <a:xfrm>
            <a:off x="3826324" y="3797606"/>
            <a:ext cx="969158" cy="1243558"/>
            <a:chOff x="5380843" y="1023257"/>
            <a:chExt cx="969158" cy="1243558"/>
          </a:xfrm>
        </p:grpSpPr>
        <p:grpSp>
          <p:nvGrpSpPr>
            <p:cNvPr id="509" name="组合 508">
              <a:extLst>
                <a:ext uri="{FF2B5EF4-FFF2-40B4-BE49-F238E27FC236}">
                  <a16:creationId xmlns:a16="http://schemas.microsoft.com/office/drawing/2014/main" id="{412CAFC5-2DA8-5DBE-F835-ADC6816B650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80843" y="1315786"/>
              <a:ext cx="969158" cy="951029"/>
              <a:chOff x="5782163" y="1052586"/>
              <a:chExt cx="1768773" cy="1735687"/>
            </a:xfrm>
          </p:grpSpPr>
          <p:sp>
            <p:nvSpPr>
              <p:cNvPr id="511" name="Google Shape;2730;p41">
                <a:extLst>
                  <a:ext uri="{FF2B5EF4-FFF2-40B4-BE49-F238E27FC236}">
                    <a16:creationId xmlns:a16="http://schemas.microsoft.com/office/drawing/2014/main" id="{002A7F12-DF4E-2C2C-0440-97074A25AE1E}"/>
                  </a:ext>
                </a:extLst>
              </p:cNvPr>
              <p:cNvSpPr/>
              <p:nvPr/>
            </p:nvSpPr>
            <p:spPr>
              <a:xfrm>
                <a:off x="5782163" y="105258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2" name="Google Shape;2731;p41">
                <a:extLst>
                  <a:ext uri="{FF2B5EF4-FFF2-40B4-BE49-F238E27FC236}">
                    <a16:creationId xmlns:a16="http://schemas.microsoft.com/office/drawing/2014/main" id="{C0EC2ADE-A8E7-FEE8-E617-ED86DC6FE401}"/>
                  </a:ext>
                </a:extLst>
              </p:cNvPr>
              <p:cNvSpPr/>
              <p:nvPr/>
            </p:nvSpPr>
            <p:spPr>
              <a:xfrm>
                <a:off x="5958999" y="1052587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3" name="Google Shape;2732;p41">
                <a:extLst>
                  <a:ext uri="{FF2B5EF4-FFF2-40B4-BE49-F238E27FC236}">
                    <a16:creationId xmlns:a16="http://schemas.microsoft.com/office/drawing/2014/main" id="{DCF25D2D-E558-A911-5FD1-19F83E2BE0BA}"/>
                  </a:ext>
                </a:extLst>
              </p:cNvPr>
              <p:cNvSpPr/>
              <p:nvPr/>
            </p:nvSpPr>
            <p:spPr>
              <a:xfrm>
                <a:off x="6135829" y="1052588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4" name="Google Shape;2733;p41">
                <a:extLst>
                  <a:ext uri="{FF2B5EF4-FFF2-40B4-BE49-F238E27FC236}">
                    <a16:creationId xmlns:a16="http://schemas.microsoft.com/office/drawing/2014/main" id="{36E78BE9-12F3-ED7F-7553-044F8F6A1E70}"/>
                  </a:ext>
                </a:extLst>
              </p:cNvPr>
              <p:cNvSpPr/>
              <p:nvPr/>
            </p:nvSpPr>
            <p:spPr>
              <a:xfrm>
                <a:off x="6312662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5" name="Google Shape;2734;p41">
                <a:extLst>
                  <a:ext uri="{FF2B5EF4-FFF2-40B4-BE49-F238E27FC236}">
                    <a16:creationId xmlns:a16="http://schemas.microsoft.com/office/drawing/2014/main" id="{FFBF4F50-3688-EB7B-34D1-BF80E86406E6}"/>
                  </a:ext>
                </a:extLst>
              </p:cNvPr>
              <p:cNvSpPr/>
              <p:nvPr/>
            </p:nvSpPr>
            <p:spPr>
              <a:xfrm>
                <a:off x="6489495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6" name="Google Shape;2735;p41">
                <a:extLst>
                  <a:ext uri="{FF2B5EF4-FFF2-40B4-BE49-F238E27FC236}">
                    <a16:creationId xmlns:a16="http://schemas.microsoft.com/office/drawing/2014/main" id="{A5B0EDD9-DC7C-0860-0BBF-A0F3E314AF2B}"/>
                  </a:ext>
                </a:extLst>
              </p:cNvPr>
              <p:cNvSpPr/>
              <p:nvPr/>
            </p:nvSpPr>
            <p:spPr>
              <a:xfrm>
                <a:off x="666632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7" name="Google Shape;2736;p41">
                <a:extLst>
                  <a:ext uri="{FF2B5EF4-FFF2-40B4-BE49-F238E27FC236}">
                    <a16:creationId xmlns:a16="http://schemas.microsoft.com/office/drawing/2014/main" id="{B90C2842-8161-CD8F-2BE5-CAF41C838534}"/>
                  </a:ext>
                </a:extLst>
              </p:cNvPr>
              <p:cNvSpPr/>
              <p:nvPr/>
            </p:nvSpPr>
            <p:spPr>
              <a:xfrm>
                <a:off x="6843161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8" name="Google Shape;2737;p41">
                <a:extLst>
                  <a:ext uri="{FF2B5EF4-FFF2-40B4-BE49-F238E27FC236}">
                    <a16:creationId xmlns:a16="http://schemas.microsoft.com/office/drawing/2014/main" id="{420AFD0A-0DEA-71B6-2B25-60D2D7F048AE}"/>
                  </a:ext>
                </a:extLst>
              </p:cNvPr>
              <p:cNvSpPr/>
              <p:nvPr/>
            </p:nvSpPr>
            <p:spPr>
              <a:xfrm>
                <a:off x="701999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9" name="Google Shape;2738;p41">
                <a:extLst>
                  <a:ext uri="{FF2B5EF4-FFF2-40B4-BE49-F238E27FC236}">
                    <a16:creationId xmlns:a16="http://schemas.microsoft.com/office/drawing/2014/main" id="{8F201BA9-155A-3DF1-6716-39FDFA202EA3}"/>
                  </a:ext>
                </a:extLst>
              </p:cNvPr>
              <p:cNvSpPr/>
              <p:nvPr/>
            </p:nvSpPr>
            <p:spPr>
              <a:xfrm>
                <a:off x="719682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0" name="Google Shape;2739;p41">
                <a:extLst>
                  <a:ext uri="{FF2B5EF4-FFF2-40B4-BE49-F238E27FC236}">
                    <a16:creationId xmlns:a16="http://schemas.microsoft.com/office/drawing/2014/main" id="{F8E1A732-F7BC-4BCB-BF72-BD0180EFEFF7}"/>
                  </a:ext>
                </a:extLst>
              </p:cNvPr>
              <p:cNvSpPr/>
              <p:nvPr/>
            </p:nvSpPr>
            <p:spPr>
              <a:xfrm>
                <a:off x="7373654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1" name="Google Shape;2740;p41">
                <a:extLst>
                  <a:ext uri="{FF2B5EF4-FFF2-40B4-BE49-F238E27FC236}">
                    <a16:creationId xmlns:a16="http://schemas.microsoft.com/office/drawing/2014/main" id="{B9E07E77-DFD7-A41A-96E4-0D15154B14EE}"/>
                  </a:ext>
                </a:extLst>
              </p:cNvPr>
              <p:cNvSpPr/>
              <p:nvPr/>
            </p:nvSpPr>
            <p:spPr>
              <a:xfrm>
                <a:off x="5782169" y="1226156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2" name="Google Shape;2741;p41">
                <a:extLst>
                  <a:ext uri="{FF2B5EF4-FFF2-40B4-BE49-F238E27FC236}">
                    <a16:creationId xmlns:a16="http://schemas.microsoft.com/office/drawing/2014/main" id="{25B91561-5A96-7110-EAEF-E414D613CF27}"/>
                  </a:ext>
                </a:extLst>
              </p:cNvPr>
              <p:cNvSpPr/>
              <p:nvPr/>
            </p:nvSpPr>
            <p:spPr>
              <a:xfrm>
                <a:off x="5959001" y="122615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3" name="Google Shape;2742;p41">
                <a:extLst>
                  <a:ext uri="{FF2B5EF4-FFF2-40B4-BE49-F238E27FC236}">
                    <a16:creationId xmlns:a16="http://schemas.microsoft.com/office/drawing/2014/main" id="{AC41F000-BBFD-78C1-822B-D3BCF8B356A0}"/>
                  </a:ext>
                </a:extLst>
              </p:cNvPr>
              <p:cNvSpPr/>
              <p:nvPr/>
            </p:nvSpPr>
            <p:spPr>
              <a:xfrm>
                <a:off x="6135832" y="1226156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4" name="Google Shape;2743;p41">
                <a:extLst>
                  <a:ext uri="{FF2B5EF4-FFF2-40B4-BE49-F238E27FC236}">
                    <a16:creationId xmlns:a16="http://schemas.microsoft.com/office/drawing/2014/main" id="{1F3E3952-238E-52CD-11B4-EB627D7A3AC5}"/>
                  </a:ext>
                </a:extLst>
              </p:cNvPr>
              <p:cNvSpPr/>
              <p:nvPr/>
            </p:nvSpPr>
            <p:spPr>
              <a:xfrm>
                <a:off x="6312664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5" name="Google Shape;2744;p41">
                <a:extLst>
                  <a:ext uri="{FF2B5EF4-FFF2-40B4-BE49-F238E27FC236}">
                    <a16:creationId xmlns:a16="http://schemas.microsoft.com/office/drawing/2014/main" id="{5EFE901C-468C-869E-660E-61F2FEC55549}"/>
                  </a:ext>
                </a:extLst>
              </p:cNvPr>
              <p:cNvSpPr/>
              <p:nvPr/>
            </p:nvSpPr>
            <p:spPr>
              <a:xfrm>
                <a:off x="6489495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6" name="Google Shape;2745;p41">
                <a:extLst>
                  <a:ext uri="{FF2B5EF4-FFF2-40B4-BE49-F238E27FC236}">
                    <a16:creationId xmlns:a16="http://schemas.microsoft.com/office/drawing/2014/main" id="{0A59B01C-2273-A06F-5D9A-9DBF86C5747B}"/>
                  </a:ext>
                </a:extLst>
              </p:cNvPr>
              <p:cNvSpPr/>
              <p:nvPr/>
            </p:nvSpPr>
            <p:spPr>
              <a:xfrm>
                <a:off x="6666327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7" name="Google Shape;2746;p41">
                <a:extLst>
                  <a:ext uri="{FF2B5EF4-FFF2-40B4-BE49-F238E27FC236}">
                    <a16:creationId xmlns:a16="http://schemas.microsoft.com/office/drawing/2014/main" id="{D6AC2D86-B5D7-7983-3714-510AAD0F7E96}"/>
                  </a:ext>
                </a:extLst>
              </p:cNvPr>
              <p:cNvSpPr/>
              <p:nvPr/>
            </p:nvSpPr>
            <p:spPr>
              <a:xfrm>
                <a:off x="6843158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8" name="Google Shape;2747;p41">
                <a:extLst>
                  <a:ext uri="{FF2B5EF4-FFF2-40B4-BE49-F238E27FC236}">
                    <a16:creationId xmlns:a16="http://schemas.microsoft.com/office/drawing/2014/main" id="{3DAE091E-A5F6-6A05-0A8D-D33EF141B3DB}"/>
                  </a:ext>
                </a:extLst>
              </p:cNvPr>
              <p:cNvSpPr/>
              <p:nvPr/>
            </p:nvSpPr>
            <p:spPr>
              <a:xfrm>
                <a:off x="7019990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9" name="Google Shape;2748;p41">
                <a:extLst>
                  <a:ext uri="{FF2B5EF4-FFF2-40B4-BE49-F238E27FC236}">
                    <a16:creationId xmlns:a16="http://schemas.microsoft.com/office/drawing/2014/main" id="{079C84D8-2FD3-24E1-1B36-B0472A8E0321}"/>
                  </a:ext>
                </a:extLst>
              </p:cNvPr>
              <p:cNvSpPr/>
              <p:nvPr/>
            </p:nvSpPr>
            <p:spPr>
              <a:xfrm>
                <a:off x="7196821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0" name="Google Shape;2749;p41">
                <a:extLst>
                  <a:ext uri="{FF2B5EF4-FFF2-40B4-BE49-F238E27FC236}">
                    <a16:creationId xmlns:a16="http://schemas.microsoft.com/office/drawing/2014/main" id="{7E866848-A173-4A14-735D-E3CBB972BFAF}"/>
                  </a:ext>
                </a:extLst>
              </p:cNvPr>
              <p:cNvSpPr/>
              <p:nvPr/>
            </p:nvSpPr>
            <p:spPr>
              <a:xfrm>
                <a:off x="7373653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1" name="Google Shape;2750;p41">
                <a:extLst>
                  <a:ext uri="{FF2B5EF4-FFF2-40B4-BE49-F238E27FC236}">
                    <a16:creationId xmlns:a16="http://schemas.microsoft.com/office/drawing/2014/main" id="{0FC58BB7-4C1A-4357-5F62-B4FA80CAEDBC}"/>
                  </a:ext>
                </a:extLst>
              </p:cNvPr>
              <p:cNvSpPr/>
              <p:nvPr/>
            </p:nvSpPr>
            <p:spPr>
              <a:xfrm>
                <a:off x="578262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2" name="Google Shape;2751;p41">
                <a:extLst>
                  <a:ext uri="{FF2B5EF4-FFF2-40B4-BE49-F238E27FC236}">
                    <a16:creationId xmlns:a16="http://schemas.microsoft.com/office/drawing/2014/main" id="{CE71C998-CEA7-9E75-FBE7-690E45CFB2A4}"/>
                  </a:ext>
                </a:extLst>
              </p:cNvPr>
              <p:cNvSpPr/>
              <p:nvPr/>
            </p:nvSpPr>
            <p:spPr>
              <a:xfrm>
                <a:off x="5959452" y="1399724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3" name="Google Shape;2752;p41">
                <a:extLst>
                  <a:ext uri="{FF2B5EF4-FFF2-40B4-BE49-F238E27FC236}">
                    <a16:creationId xmlns:a16="http://schemas.microsoft.com/office/drawing/2014/main" id="{2051C9A2-4DDB-CA6F-C2F0-17ED46EDA36F}"/>
                  </a:ext>
                </a:extLst>
              </p:cNvPr>
              <p:cNvSpPr/>
              <p:nvPr/>
            </p:nvSpPr>
            <p:spPr>
              <a:xfrm>
                <a:off x="6136284" y="139972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4" name="Google Shape;2753;p41">
                <a:extLst>
                  <a:ext uri="{FF2B5EF4-FFF2-40B4-BE49-F238E27FC236}">
                    <a16:creationId xmlns:a16="http://schemas.microsoft.com/office/drawing/2014/main" id="{2191284A-79DD-DE8E-F80F-ADE232162DF7}"/>
                  </a:ext>
                </a:extLst>
              </p:cNvPr>
              <p:cNvSpPr/>
              <p:nvPr/>
            </p:nvSpPr>
            <p:spPr>
              <a:xfrm>
                <a:off x="6313115" y="1399724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5" name="Google Shape;2754;p41">
                <a:extLst>
                  <a:ext uri="{FF2B5EF4-FFF2-40B4-BE49-F238E27FC236}">
                    <a16:creationId xmlns:a16="http://schemas.microsoft.com/office/drawing/2014/main" id="{C511578C-5986-AC8B-883F-325683E5DFC1}"/>
                  </a:ext>
                </a:extLst>
              </p:cNvPr>
              <p:cNvSpPr/>
              <p:nvPr/>
            </p:nvSpPr>
            <p:spPr>
              <a:xfrm>
                <a:off x="6489947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6" name="Google Shape;2755;p41">
                <a:extLst>
                  <a:ext uri="{FF2B5EF4-FFF2-40B4-BE49-F238E27FC236}">
                    <a16:creationId xmlns:a16="http://schemas.microsoft.com/office/drawing/2014/main" id="{34446C59-0E10-FFBA-F177-29E1C15C0EE7}"/>
                  </a:ext>
                </a:extLst>
              </p:cNvPr>
              <p:cNvSpPr/>
              <p:nvPr/>
            </p:nvSpPr>
            <p:spPr>
              <a:xfrm>
                <a:off x="6666778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7" name="Google Shape;2756;p41">
                <a:extLst>
                  <a:ext uri="{FF2B5EF4-FFF2-40B4-BE49-F238E27FC236}">
                    <a16:creationId xmlns:a16="http://schemas.microsoft.com/office/drawing/2014/main" id="{87AC6820-1634-3FC5-B722-C511A85BAA08}"/>
                  </a:ext>
                </a:extLst>
              </p:cNvPr>
              <p:cNvSpPr/>
              <p:nvPr/>
            </p:nvSpPr>
            <p:spPr>
              <a:xfrm>
                <a:off x="684361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8" name="Google Shape;2757;p41">
                <a:extLst>
                  <a:ext uri="{FF2B5EF4-FFF2-40B4-BE49-F238E27FC236}">
                    <a16:creationId xmlns:a16="http://schemas.microsoft.com/office/drawing/2014/main" id="{D9A1C83C-EA04-C2FB-C45B-4B852B531805}"/>
                  </a:ext>
                </a:extLst>
              </p:cNvPr>
              <p:cNvSpPr/>
              <p:nvPr/>
            </p:nvSpPr>
            <p:spPr>
              <a:xfrm>
                <a:off x="7020441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9" name="Google Shape;2758;p41">
                <a:extLst>
                  <a:ext uri="{FF2B5EF4-FFF2-40B4-BE49-F238E27FC236}">
                    <a16:creationId xmlns:a16="http://schemas.microsoft.com/office/drawing/2014/main" id="{06C520CD-81C1-9ABF-9FAE-3F5E673B7E8F}"/>
                  </a:ext>
                </a:extLst>
              </p:cNvPr>
              <p:cNvSpPr/>
              <p:nvPr/>
            </p:nvSpPr>
            <p:spPr>
              <a:xfrm>
                <a:off x="7197273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0" name="Google Shape;2759;p41">
                <a:extLst>
                  <a:ext uri="{FF2B5EF4-FFF2-40B4-BE49-F238E27FC236}">
                    <a16:creationId xmlns:a16="http://schemas.microsoft.com/office/drawing/2014/main" id="{EBE20A8E-0521-AB7C-1463-EA8E4671C4A0}"/>
                  </a:ext>
                </a:extLst>
              </p:cNvPr>
              <p:cNvSpPr/>
              <p:nvPr/>
            </p:nvSpPr>
            <p:spPr>
              <a:xfrm>
                <a:off x="7374104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1" name="Google Shape;2760;p41">
                <a:extLst>
                  <a:ext uri="{FF2B5EF4-FFF2-40B4-BE49-F238E27FC236}">
                    <a16:creationId xmlns:a16="http://schemas.microsoft.com/office/drawing/2014/main" id="{C3BB331B-395C-B5E6-057D-8D09A2920063}"/>
                  </a:ext>
                </a:extLst>
              </p:cNvPr>
              <p:cNvSpPr/>
              <p:nvPr/>
            </p:nvSpPr>
            <p:spPr>
              <a:xfrm>
                <a:off x="578262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2" name="Google Shape;2761;p41">
                <a:extLst>
                  <a:ext uri="{FF2B5EF4-FFF2-40B4-BE49-F238E27FC236}">
                    <a16:creationId xmlns:a16="http://schemas.microsoft.com/office/drawing/2014/main" id="{4C9D11BB-6670-709E-791B-CE83D9EF713C}"/>
                  </a:ext>
                </a:extLst>
              </p:cNvPr>
              <p:cNvSpPr/>
              <p:nvPr/>
            </p:nvSpPr>
            <p:spPr>
              <a:xfrm>
                <a:off x="5959452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3" name="Google Shape;2762;p41">
                <a:extLst>
                  <a:ext uri="{FF2B5EF4-FFF2-40B4-BE49-F238E27FC236}">
                    <a16:creationId xmlns:a16="http://schemas.microsoft.com/office/drawing/2014/main" id="{14DA4FA7-4441-9194-E9A1-11B73D6878E9}"/>
                  </a:ext>
                </a:extLst>
              </p:cNvPr>
              <p:cNvSpPr/>
              <p:nvPr/>
            </p:nvSpPr>
            <p:spPr>
              <a:xfrm>
                <a:off x="6136284" y="1573293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4" name="Google Shape;2763;p41">
                <a:extLst>
                  <a:ext uri="{FF2B5EF4-FFF2-40B4-BE49-F238E27FC236}">
                    <a16:creationId xmlns:a16="http://schemas.microsoft.com/office/drawing/2014/main" id="{529E69BF-F316-7D24-A2E8-7F0FE50318BC}"/>
                  </a:ext>
                </a:extLst>
              </p:cNvPr>
              <p:cNvSpPr/>
              <p:nvPr/>
            </p:nvSpPr>
            <p:spPr>
              <a:xfrm>
                <a:off x="6313115" y="1573293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5" name="Google Shape;2764;p41">
                <a:extLst>
                  <a:ext uri="{FF2B5EF4-FFF2-40B4-BE49-F238E27FC236}">
                    <a16:creationId xmlns:a16="http://schemas.microsoft.com/office/drawing/2014/main" id="{930F5130-4B15-2DAA-0595-12CC3837DA1B}"/>
                  </a:ext>
                </a:extLst>
              </p:cNvPr>
              <p:cNvSpPr/>
              <p:nvPr/>
            </p:nvSpPr>
            <p:spPr>
              <a:xfrm>
                <a:off x="6489947" y="1573293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6" name="Google Shape;2765;p41">
                <a:extLst>
                  <a:ext uri="{FF2B5EF4-FFF2-40B4-BE49-F238E27FC236}">
                    <a16:creationId xmlns:a16="http://schemas.microsoft.com/office/drawing/2014/main" id="{CDD5AE8A-6CE8-1CDD-3800-1E62011418AA}"/>
                  </a:ext>
                </a:extLst>
              </p:cNvPr>
              <p:cNvSpPr/>
              <p:nvPr/>
            </p:nvSpPr>
            <p:spPr>
              <a:xfrm>
                <a:off x="6666778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7" name="Google Shape;2766;p41">
                <a:extLst>
                  <a:ext uri="{FF2B5EF4-FFF2-40B4-BE49-F238E27FC236}">
                    <a16:creationId xmlns:a16="http://schemas.microsoft.com/office/drawing/2014/main" id="{B8DE0DF5-ADD3-E680-8404-EE80638D3D4C}"/>
                  </a:ext>
                </a:extLst>
              </p:cNvPr>
              <p:cNvSpPr/>
              <p:nvPr/>
            </p:nvSpPr>
            <p:spPr>
              <a:xfrm>
                <a:off x="684361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8" name="Google Shape;2767;p41">
                <a:extLst>
                  <a:ext uri="{FF2B5EF4-FFF2-40B4-BE49-F238E27FC236}">
                    <a16:creationId xmlns:a16="http://schemas.microsoft.com/office/drawing/2014/main" id="{A0E61A92-8BF9-FEC1-1171-FCCCB0C4C0C8}"/>
                  </a:ext>
                </a:extLst>
              </p:cNvPr>
              <p:cNvSpPr/>
              <p:nvPr/>
            </p:nvSpPr>
            <p:spPr>
              <a:xfrm>
                <a:off x="7020441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9" name="Google Shape;2768;p41">
                <a:extLst>
                  <a:ext uri="{FF2B5EF4-FFF2-40B4-BE49-F238E27FC236}">
                    <a16:creationId xmlns:a16="http://schemas.microsoft.com/office/drawing/2014/main" id="{6867685F-E08A-281A-665D-627C4EDAC9DE}"/>
                  </a:ext>
                </a:extLst>
              </p:cNvPr>
              <p:cNvSpPr/>
              <p:nvPr/>
            </p:nvSpPr>
            <p:spPr>
              <a:xfrm>
                <a:off x="7197273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0" name="Google Shape;2769;p41">
                <a:extLst>
                  <a:ext uri="{FF2B5EF4-FFF2-40B4-BE49-F238E27FC236}">
                    <a16:creationId xmlns:a16="http://schemas.microsoft.com/office/drawing/2014/main" id="{7D5FC905-A9C9-66A2-9C5F-2BFFE3F989EE}"/>
                  </a:ext>
                </a:extLst>
              </p:cNvPr>
              <p:cNvSpPr/>
              <p:nvPr/>
            </p:nvSpPr>
            <p:spPr>
              <a:xfrm>
                <a:off x="7374104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1" name="Google Shape;2770;p41">
                <a:extLst>
                  <a:ext uri="{FF2B5EF4-FFF2-40B4-BE49-F238E27FC236}">
                    <a16:creationId xmlns:a16="http://schemas.microsoft.com/office/drawing/2014/main" id="{D84D5098-2A39-3A9E-47E9-AB32F86E1CD0}"/>
                  </a:ext>
                </a:extLst>
              </p:cNvPr>
              <p:cNvSpPr/>
              <p:nvPr/>
            </p:nvSpPr>
            <p:spPr>
              <a:xfrm>
                <a:off x="578262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2" name="Google Shape;2771;p41">
                <a:extLst>
                  <a:ext uri="{FF2B5EF4-FFF2-40B4-BE49-F238E27FC236}">
                    <a16:creationId xmlns:a16="http://schemas.microsoft.com/office/drawing/2014/main" id="{BD2AD514-E24F-4057-A012-298A266E6F82}"/>
                  </a:ext>
                </a:extLst>
              </p:cNvPr>
              <p:cNvSpPr/>
              <p:nvPr/>
            </p:nvSpPr>
            <p:spPr>
              <a:xfrm>
                <a:off x="5959452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3" name="Google Shape;2772;p41">
                <a:extLst>
                  <a:ext uri="{FF2B5EF4-FFF2-40B4-BE49-F238E27FC236}">
                    <a16:creationId xmlns:a16="http://schemas.microsoft.com/office/drawing/2014/main" id="{B30CB919-DC61-CDDE-D9B2-6EEFC6906DB0}"/>
                  </a:ext>
                </a:extLst>
              </p:cNvPr>
              <p:cNvSpPr/>
              <p:nvPr/>
            </p:nvSpPr>
            <p:spPr>
              <a:xfrm>
                <a:off x="613628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4" name="Google Shape;2773;p41">
                <a:extLst>
                  <a:ext uri="{FF2B5EF4-FFF2-40B4-BE49-F238E27FC236}">
                    <a16:creationId xmlns:a16="http://schemas.microsoft.com/office/drawing/2014/main" id="{7F5DE689-F459-74F4-D083-755FAB0BE87D}"/>
                  </a:ext>
                </a:extLst>
              </p:cNvPr>
              <p:cNvSpPr/>
              <p:nvPr/>
            </p:nvSpPr>
            <p:spPr>
              <a:xfrm>
                <a:off x="6313115" y="1746861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5" name="Google Shape;2774;p41">
                <a:extLst>
                  <a:ext uri="{FF2B5EF4-FFF2-40B4-BE49-F238E27FC236}">
                    <a16:creationId xmlns:a16="http://schemas.microsoft.com/office/drawing/2014/main" id="{D6181C50-39E7-6E99-D8ED-0E6A04D63A50}"/>
                  </a:ext>
                </a:extLst>
              </p:cNvPr>
              <p:cNvSpPr/>
              <p:nvPr/>
            </p:nvSpPr>
            <p:spPr>
              <a:xfrm>
                <a:off x="6489947" y="1746861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6" name="Google Shape;2775;p41">
                <a:extLst>
                  <a:ext uri="{FF2B5EF4-FFF2-40B4-BE49-F238E27FC236}">
                    <a16:creationId xmlns:a16="http://schemas.microsoft.com/office/drawing/2014/main" id="{E8D640D8-9D48-344E-3B8A-B6A718A4D0BE}"/>
                  </a:ext>
                </a:extLst>
              </p:cNvPr>
              <p:cNvSpPr/>
              <p:nvPr/>
            </p:nvSpPr>
            <p:spPr>
              <a:xfrm>
                <a:off x="6666778" y="1746861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7" name="Google Shape;2776;p41">
                <a:extLst>
                  <a:ext uri="{FF2B5EF4-FFF2-40B4-BE49-F238E27FC236}">
                    <a16:creationId xmlns:a16="http://schemas.microsoft.com/office/drawing/2014/main" id="{E0A68BC2-C581-C783-4914-A19CE4777592}"/>
                  </a:ext>
                </a:extLst>
              </p:cNvPr>
              <p:cNvSpPr/>
              <p:nvPr/>
            </p:nvSpPr>
            <p:spPr>
              <a:xfrm>
                <a:off x="684361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8" name="Google Shape;2777;p41">
                <a:extLst>
                  <a:ext uri="{FF2B5EF4-FFF2-40B4-BE49-F238E27FC236}">
                    <a16:creationId xmlns:a16="http://schemas.microsoft.com/office/drawing/2014/main" id="{6FC6B3FC-0BB2-D627-449B-9BC1C3304702}"/>
                  </a:ext>
                </a:extLst>
              </p:cNvPr>
              <p:cNvSpPr/>
              <p:nvPr/>
            </p:nvSpPr>
            <p:spPr>
              <a:xfrm>
                <a:off x="7020441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9" name="Google Shape;2778;p41">
                <a:extLst>
                  <a:ext uri="{FF2B5EF4-FFF2-40B4-BE49-F238E27FC236}">
                    <a16:creationId xmlns:a16="http://schemas.microsoft.com/office/drawing/2014/main" id="{C3A79BAA-4C80-2CE2-EEEA-36D09E6DF84B}"/>
                  </a:ext>
                </a:extLst>
              </p:cNvPr>
              <p:cNvSpPr/>
              <p:nvPr/>
            </p:nvSpPr>
            <p:spPr>
              <a:xfrm>
                <a:off x="7197273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0" name="Google Shape;2779;p41">
                <a:extLst>
                  <a:ext uri="{FF2B5EF4-FFF2-40B4-BE49-F238E27FC236}">
                    <a16:creationId xmlns:a16="http://schemas.microsoft.com/office/drawing/2014/main" id="{F16E8451-8B58-A180-BD9D-355E6C2B4AD1}"/>
                  </a:ext>
                </a:extLst>
              </p:cNvPr>
              <p:cNvSpPr/>
              <p:nvPr/>
            </p:nvSpPr>
            <p:spPr>
              <a:xfrm>
                <a:off x="737410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1" name="Google Shape;2780;p41">
                <a:extLst>
                  <a:ext uri="{FF2B5EF4-FFF2-40B4-BE49-F238E27FC236}">
                    <a16:creationId xmlns:a16="http://schemas.microsoft.com/office/drawing/2014/main" id="{FC823064-B217-429C-811C-D6F019FA2123}"/>
                  </a:ext>
                </a:extLst>
              </p:cNvPr>
              <p:cNvSpPr/>
              <p:nvPr/>
            </p:nvSpPr>
            <p:spPr>
              <a:xfrm>
                <a:off x="5782169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2" name="Google Shape;2781;p41">
                <a:extLst>
                  <a:ext uri="{FF2B5EF4-FFF2-40B4-BE49-F238E27FC236}">
                    <a16:creationId xmlns:a16="http://schemas.microsoft.com/office/drawing/2014/main" id="{4D6E014B-5EE7-C712-50D7-E946EC863FDA}"/>
                  </a:ext>
                </a:extLst>
              </p:cNvPr>
              <p:cNvSpPr/>
              <p:nvPr/>
            </p:nvSpPr>
            <p:spPr>
              <a:xfrm>
                <a:off x="595900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3" name="Google Shape;2782;p41">
                <a:extLst>
                  <a:ext uri="{FF2B5EF4-FFF2-40B4-BE49-F238E27FC236}">
                    <a16:creationId xmlns:a16="http://schemas.microsoft.com/office/drawing/2014/main" id="{6B146C07-72A3-FD23-C1E7-111DF4839608}"/>
                  </a:ext>
                </a:extLst>
              </p:cNvPr>
              <p:cNvSpPr/>
              <p:nvPr/>
            </p:nvSpPr>
            <p:spPr>
              <a:xfrm>
                <a:off x="6135832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4" name="Google Shape;2783;p41">
                <a:extLst>
                  <a:ext uri="{FF2B5EF4-FFF2-40B4-BE49-F238E27FC236}">
                    <a16:creationId xmlns:a16="http://schemas.microsoft.com/office/drawing/2014/main" id="{E9C02BE6-9174-4A38-4008-1FC2D4FDBABC}"/>
                  </a:ext>
                </a:extLst>
              </p:cNvPr>
              <p:cNvSpPr/>
              <p:nvPr/>
            </p:nvSpPr>
            <p:spPr>
              <a:xfrm>
                <a:off x="6312664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5" name="Google Shape;2784;p41">
                <a:extLst>
                  <a:ext uri="{FF2B5EF4-FFF2-40B4-BE49-F238E27FC236}">
                    <a16:creationId xmlns:a16="http://schemas.microsoft.com/office/drawing/2014/main" id="{5CB10F1F-AE34-CBD7-F736-222EEA8AFC7C}"/>
                  </a:ext>
                </a:extLst>
              </p:cNvPr>
              <p:cNvSpPr/>
              <p:nvPr/>
            </p:nvSpPr>
            <p:spPr>
              <a:xfrm>
                <a:off x="6489495" y="1920430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6" name="Google Shape;2785;p41">
                <a:extLst>
                  <a:ext uri="{FF2B5EF4-FFF2-40B4-BE49-F238E27FC236}">
                    <a16:creationId xmlns:a16="http://schemas.microsoft.com/office/drawing/2014/main" id="{A2E1D0CA-7FEE-9567-7053-467CD3A4408F}"/>
                  </a:ext>
                </a:extLst>
              </p:cNvPr>
              <p:cNvSpPr/>
              <p:nvPr/>
            </p:nvSpPr>
            <p:spPr>
              <a:xfrm>
                <a:off x="6666327" y="1920430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7" name="Google Shape;2786;p41">
                <a:extLst>
                  <a:ext uri="{FF2B5EF4-FFF2-40B4-BE49-F238E27FC236}">
                    <a16:creationId xmlns:a16="http://schemas.microsoft.com/office/drawing/2014/main" id="{A4B0BA09-150D-F026-D084-6A0AF3A144A5}"/>
                  </a:ext>
                </a:extLst>
              </p:cNvPr>
              <p:cNvSpPr/>
              <p:nvPr/>
            </p:nvSpPr>
            <p:spPr>
              <a:xfrm>
                <a:off x="6843158" y="1920430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8" name="Google Shape;2787;p41">
                <a:extLst>
                  <a:ext uri="{FF2B5EF4-FFF2-40B4-BE49-F238E27FC236}">
                    <a16:creationId xmlns:a16="http://schemas.microsoft.com/office/drawing/2014/main" id="{39D94551-A10A-B666-5473-74F4A45ECF02}"/>
                  </a:ext>
                </a:extLst>
              </p:cNvPr>
              <p:cNvSpPr/>
              <p:nvPr/>
            </p:nvSpPr>
            <p:spPr>
              <a:xfrm>
                <a:off x="7019990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9" name="Google Shape;2788;p41">
                <a:extLst>
                  <a:ext uri="{FF2B5EF4-FFF2-40B4-BE49-F238E27FC236}">
                    <a16:creationId xmlns:a16="http://schemas.microsoft.com/office/drawing/2014/main" id="{53A71860-707E-8391-D148-5F7CD2AE411C}"/>
                  </a:ext>
                </a:extLst>
              </p:cNvPr>
              <p:cNvSpPr/>
              <p:nvPr/>
            </p:nvSpPr>
            <p:spPr>
              <a:xfrm>
                <a:off x="719682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0" name="Google Shape;2789;p41">
                <a:extLst>
                  <a:ext uri="{FF2B5EF4-FFF2-40B4-BE49-F238E27FC236}">
                    <a16:creationId xmlns:a16="http://schemas.microsoft.com/office/drawing/2014/main" id="{ECC2D158-FC14-36BC-7C08-A433FCAC5A9D}"/>
                  </a:ext>
                </a:extLst>
              </p:cNvPr>
              <p:cNvSpPr/>
              <p:nvPr/>
            </p:nvSpPr>
            <p:spPr>
              <a:xfrm>
                <a:off x="7373653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1" name="Google Shape;2790;p41">
                <a:extLst>
                  <a:ext uri="{FF2B5EF4-FFF2-40B4-BE49-F238E27FC236}">
                    <a16:creationId xmlns:a16="http://schemas.microsoft.com/office/drawing/2014/main" id="{8C78212E-9754-9DD7-9116-82C0F0D15AEF}"/>
                  </a:ext>
                </a:extLst>
              </p:cNvPr>
              <p:cNvSpPr/>
              <p:nvPr/>
            </p:nvSpPr>
            <p:spPr>
              <a:xfrm>
                <a:off x="5782169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2" name="Google Shape;2791;p41">
                <a:extLst>
                  <a:ext uri="{FF2B5EF4-FFF2-40B4-BE49-F238E27FC236}">
                    <a16:creationId xmlns:a16="http://schemas.microsoft.com/office/drawing/2014/main" id="{425DBEC9-BA99-7368-F359-A69E48F2E48A}"/>
                  </a:ext>
                </a:extLst>
              </p:cNvPr>
              <p:cNvSpPr/>
              <p:nvPr/>
            </p:nvSpPr>
            <p:spPr>
              <a:xfrm>
                <a:off x="595900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3" name="Google Shape;2792;p41">
                <a:extLst>
                  <a:ext uri="{FF2B5EF4-FFF2-40B4-BE49-F238E27FC236}">
                    <a16:creationId xmlns:a16="http://schemas.microsoft.com/office/drawing/2014/main" id="{F7F613CE-B92B-8773-BBF3-A25DD480FB55}"/>
                  </a:ext>
                </a:extLst>
              </p:cNvPr>
              <p:cNvSpPr/>
              <p:nvPr/>
            </p:nvSpPr>
            <p:spPr>
              <a:xfrm>
                <a:off x="6135832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4" name="Google Shape;2793;p41">
                <a:extLst>
                  <a:ext uri="{FF2B5EF4-FFF2-40B4-BE49-F238E27FC236}">
                    <a16:creationId xmlns:a16="http://schemas.microsoft.com/office/drawing/2014/main" id="{CA7F0431-BAD4-D208-517A-01FAA586BFF6}"/>
                  </a:ext>
                </a:extLst>
              </p:cNvPr>
              <p:cNvSpPr/>
              <p:nvPr/>
            </p:nvSpPr>
            <p:spPr>
              <a:xfrm>
                <a:off x="6312664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5" name="Google Shape;2794;p41">
                <a:extLst>
                  <a:ext uri="{FF2B5EF4-FFF2-40B4-BE49-F238E27FC236}">
                    <a16:creationId xmlns:a16="http://schemas.microsoft.com/office/drawing/2014/main" id="{273326DE-3415-BCC5-8C44-3921FCF7E034}"/>
                  </a:ext>
                </a:extLst>
              </p:cNvPr>
              <p:cNvSpPr/>
              <p:nvPr/>
            </p:nvSpPr>
            <p:spPr>
              <a:xfrm>
                <a:off x="6489495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6" name="Google Shape;2795;p41">
                <a:extLst>
                  <a:ext uri="{FF2B5EF4-FFF2-40B4-BE49-F238E27FC236}">
                    <a16:creationId xmlns:a16="http://schemas.microsoft.com/office/drawing/2014/main" id="{569111AC-0827-69C5-2157-84714CA5B384}"/>
                  </a:ext>
                </a:extLst>
              </p:cNvPr>
              <p:cNvSpPr/>
              <p:nvPr/>
            </p:nvSpPr>
            <p:spPr>
              <a:xfrm>
                <a:off x="6666327" y="2093999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7" name="Google Shape;2796;p41">
                <a:extLst>
                  <a:ext uri="{FF2B5EF4-FFF2-40B4-BE49-F238E27FC236}">
                    <a16:creationId xmlns:a16="http://schemas.microsoft.com/office/drawing/2014/main" id="{B30B04CA-489A-770F-A96C-A87057063A29}"/>
                  </a:ext>
                </a:extLst>
              </p:cNvPr>
              <p:cNvSpPr/>
              <p:nvPr/>
            </p:nvSpPr>
            <p:spPr>
              <a:xfrm>
                <a:off x="6843158" y="2093999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8" name="Google Shape;2797;p41">
                <a:extLst>
                  <a:ext uri="{FF2B5EF4-FFF2-40B4-BE49-F238E27FC236}">
                    <a16:creationId xmlns:a16="http://schemas.microsoft.com/office/drawing/2014/main" id="{CC40ECDD-8FD2-1D01-4E23-EB2C0CA5D69B}"/>
                  </a:ext>
                </a:extLst>
              </p:cNvPr>
              <p:cNvSpPr/>
              <p:nvPr/>
            </p:nvSpPr>
            <p:spPr>
              <a:xfrm>
                <a:off x="7019990" y="2093999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9" name="Google Shape;2798;p41">
                <a:extLst>
                  <a:ext uri="{FF2B5EF4-FFF2-40B4-BE49-F238E27FC236}">
                    <a16:creationId xmlns:a16="http://schemas.microsoft.com/office/drawing/2014/main" id="{BFA21483-A4D4-03B3-5492-2B1405DC6C51}"/>
                  </a:ext>
                </a:extLst>
              </p:cNvPr>
              <p:cNvSpPr/>
              <p:nvPr/>
            </p:nvSpPr>
            <p:spPr>
              <a:xfrm>
                <a:off x="719682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0" name="Google Shape;2799;p41">
                <a:extLst>
                  <a:ext uri="{FF2B5EF4-FFF2-40B4-BE49-F238E27FC236}">
                    <a16:creationId xmlns:a16="http://schemas.microsoft.com/office/drawing/2014/main" id="{F4A15589-A04A-B23B-4850-9E4F37290DC0}"/>
                  </a:ext>
                </a:extLst>
              </p:cNvPr>
              <p:cNvSpPr/>
              <p:nvPr/>
            </p:nvSpPr>
            <p:spPr>
              <a:xfrm>
                <a:off x="7373653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1" name="Google Shape;2800;p41">
                <a:extLst>
                  <a:ext uri="{FF2B5EF4-FFF2-40B4-BE49-F238E27FC236}">
                    <a16:creationId xmlns:a16="http://schemas.microsoft.com/office/drawing/2014/main" id="{A63CFC33-6F08-FD3F-A6F7-D52DF605E959}"/>
                  </a:ext>
                </a:extLst>
              </p:cNvPr>
              <p:cNvSpPr/>
              <p:nvPr/>
            </p:nvSpPr>
            <p:spPr>
              <a:xfrm>
                <a:off x="5782620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2" name="Google Shape;2801;p41">
                <a:extLst>
                  <a:ext uri="{FF2B5EF4-FFF2-40B4-BE49-F238E27FC236}">
                    <a16:creationId xmlns:a16="http://schemas.microsoft.com/office/drawing/2014/main" id="{A0DF81E4-A209-5786-0C3A-F2005CEB48D8}"/>
                  </a:ext>
                </a:extLst>
              </p:cNvPr>
              <p:cNvSpPr/>
              <p:nvPr/>
            </p:nvSpPr>
            <p:spPr>
              <a:xfrm>
                <a:off x="5959452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3" name="Google Shape;2802;p41">
                <a:extLst>
                  <a:ext uri="{FF2B5EF4-FFF2-40B4-BE49-F238E27FC236}">
                    <a16:creationId xmlns:a16="http://schemas.microsoft.com/office/drawing/2014/main" id="{E0D08985-D353-01D7-14AE-581F3FDB40D3}"/>
                  </a:ext>
                </a:extLst>
              </p:cNvPr>
              <p:cNvSpPr/>
              <p:nvPr/>
            </p:nvSpPr>
            <p:spPr>
              <a:xfrm>
                <a:off x="613628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4" name="Google Shape;2803;p41">
                <a:extLst>
                  <a:ext uri="{FF2B5EF4-FFF2-40B4-BE49-F238E27FC236}">
                    <a16:creationId xmlns:a16="http://schemas.microsoft.com/office/drawing/2014/main" id="{B9706A04-D3FF-57EE-609C-313F4E3D8CF8}"/>
                  </a:ext>
                </a:extLst>
              </p:cNvPr>
              <p:cNvSpPr/>
              <p:nvPr/>
            </p:nvSpPr>
            <p:spPr>
              <a:xfrm>
                <a:off x="6313115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5" name="Google Shape;2804;p41">
                <a:extLst>
                  <a:ext uri="{FF2B5EF4-FFF2-40B4-BE49-F238E27FC236}">
                    <a16:creationId xmlns:a16="http://schemas.microsoft.com/office/drawing/2014/main" id="{C0CC9CE5-452D-4C10-13E4-7CCEFB3042CE}"/>
                  </a:ext>
                </a:extLst>
              </p:cNvPr>
              <p:cNvSpPr/>
              <p:nvPr/>
            </p:nvSpPr>
            <p:spPr>
              <a:xfrm>
                <a:off x="6489947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6" name="Google Shape;2805;p41">
                <a:extLst>
                  <a:ext uri="{FF2B5EF4-FFF2-40B4-BE49-F238E27FC236}">
                    <a16:creationId xmlns:a16="http://schemas.microsoft.com/office/drawing/2014/main" id="{7A1FA09A-1825-E1B9-9567-0100A3229CD2}"/>
                  </a:ext>
                </a:extLst>
              </p:cNvPr>
              <p:cNvSpPr/>
              <p:nvPr/>
            </p:nvSpPr>
            <p:spPr>
              <a:xfrm>
                <a:off x="6666778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7" name="Google Shape;2806;p41">
                <a:extLst>
                  <a:ext uri="{FF2B5EF4-FFF2-40B4-BE49-F238E27FC236}">
                    <a16:creationId xmlns:a16="http://schemas.microsoft.com/office/drawing/2014/main" id="{D256EA62-D056-4E6C-EBCA-1844FA2B4BD6}"/>
                  </a:ext>
                </a:extLst>
              </p:cNvPr>
              <p:cNvSpPr/>
              <p:nvPr/>
            </p:nvSpPr>
            <p:spPr>
              <a:xfrm>
                <a:off x="6843610" y="2267567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8" name="Google Shape;2807;p41">
                <a:extLst>
                  <a:ext uri="{FF2B5EF4-FFF2-40B4-BE49-F238E27FC236}">
                    <a16:creationId xmlns:a16="http://schemas.microsoft.com/office/drawing/2014/main" id="{DEB4EB9A-D58F-BC8E-AB5C-C097EF087D0A}"/>
                  </a:ext>
                </a:extLst>
              </p:cNvPr>
              <p:cNvSpPr/>
              <p:nvPr/>
            </p:nvSpPr>
            <p:spPr>
              <a:xfrm>
                <a:off x="7020441" y="2267567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9" name="Google Shape;2808;p41">
                <a:extLst>
                  <a:ext uri="{FF2B5EF4-FFF2-40B4-BE49-F238E27FC236}">
                    <a16:creationId xmlns:a16="http://schemas.microsoft.com/office/drawing/2014/main" id="{A2B9DF58-1064-07B7-7A8C-975BCB3A0DBF}"/>
                  </a:ext>
                </a:extLst>
              </p:cNvPr>
              <p:cNvSpPr/>
              <p:nvPr/>
            </p:nvSpPr>
            <p:spPr>
              <a:xfrm>
                <a:off x="7197273" y="2267567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0" name="Google Shape;2809;p41">
                <a:extLst>
                  <a:ext uri="{FF2B5EF4-FFF2-40B4-BE49-F238E27FC236}">
                    <a16:creationId xmlns:a16="http://schemas.microsoft.com/office/drawing/2014/main" id="{8A3D5C7E-A1F3-B641-CF0F-178332CCC4D1}"/>
                  </a:ext>
                </a:extLst>
              </p:cNvPr>
              <p:cNvSpPr/>
              <p:nvPr/>
            </p:nvSpPr>
            <p:spPr>
              <a:xfrm>
                <a:off x="737410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1" name="Google Shape;2810;p41">
                <a:extLst>
                  <a:ext uri="{FF2B5EF4-FFF2-40B4-BE49-F238E27FC236}">
                    <a16:creationId xmlns:a16="http://schemas.microsoft.com/office/drawing/2014/main" id="{00FA8A99-3B72-DAB9-C34F-8AD8B3CA3877}"/>
                  </a:ext>
                </a:extLst>
              </p:cNvPr>
              <p:cNvSpPr/>
              <p:nvPr/>
            </p:nvSpPr>
            <p:spPr>
              <a:xfrm>
                <a:off x="578262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2" name="Google Shape;2811;p41">
                <a:extLst>
                  <a:ext uri="{FF2B5EF4-FFF2-40B4-BE49-F238E27FC236}">
                    <a16:creationId xmlns:a16="http://schemas.microsoft.com/office/drawing/2014/main" id="{8A825704-3A06-DEF5-A8FA-07866B87FCC6}"/>
                  </a:ext>
                </a:extLst>
              </p:cNvPr>
              <p:cNvSpPr/>
              <p:nvPr/>
            </p:nvSpPr>
            <p:spPr>
              <a:xfrm>
                <a:off x="5959452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3" name="Google Shape;2812;p41">
                <a:extLst>
                  <a:ext uri="{FF2B5EF4-FFF2-40B4-BE49-F238E27FC236}">
                    <a16:creationId xmlns:a16="http://schemas.microsoft.com/office/drawing/2014/main" id="{06AC1FE4-7C45-1486-FBD6-02F086A5E131}"/>
                  </a:ext>
                </a:extLst>
              </p:cNvPr>
              <p:cNvSpPr/>
              <p:nvPr/>
            </p:nvSpPr>
            <p:spPr>
              <a:xfrm>
                <a:off x="613628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4" name="Google Shape;2813;p41">
                <a:extLst>
                  <a:ext uri="{FF2B5EF4-FFF2-40B4-BE49-F238E27FC236}">
                    <a16:creationId xmlns:a16="http://schemas.microsoft.com/office/drawing/2014/main" id="{F347815B-C6A0-E322-1A14-AA57952E26D1}"/>
                  </a:ext>
                </a:extLst>
              </p:cNvPr>
              <p:cNvSpPr/>
              <p:nvPr/>
            </p:nvSpPr>
            <p:spPr>
              <a:xfrm>
                <a:off x="6313115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5" name="Google Shape;2814;p41">
                <a:extLst>
                  <a:ext uri="{FF2B5EF4-FFF2-40B4-BE49-F238E27FC236}">
                    <a16:creationId xmlns:a16="http://schemas.microsoft.com/office/drawing/2014/main" id="{B9683582-53BB-2A23-7119-D1110649573D}"/>
                  </a:ext>
                </a:extLst>
              </p:cNvPr>
              <p:cNvSpPr/>
              <p:nvPr/>
            </p:nvSpPr>
            <p:spPr>
              <a:xfrm>
                <a:off x="6489947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6" name="Google Shape;2815;p41">
                <a:extLst>
                  <a:ext uri="{FF2B5EF4-FFF2-40B4-BE49-F238E27FC236}">
                    <a16:creationId xmlns:a16="http://schemas.microsoft.com/office/drawing/2014/main" id="{B417F9F3-C529-B0D9-BCCD-5D7DA20916DC}"/>
                  </a:ext>
                </a:extLst>
              </p:cNvPr>
              <p:cNvSpPr/>
              <p:nvPr/>
            </p:nvSpPr>
            <p:spPr>
              <a:xfrm>
                <a:off x="6666778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7" name="Google Shape;2816;p41">
                <a:extLst>
                  <a:ext uri="{FF2B5EF4-FFF2-40B4-BE49-F238E27FC236}">
                    <a16:creationId xmlns:a16="http://schemas.microsoft.com/office/drawing/2014/main" id="{081D1012-E7D1-487A-42FD-EBBA0F30E7FE}"/>
                  </a:ext>
                </a:extLst>
              </p:cNvPr>
              <p:cNvSpPr/>
              <p:nvPr/>
            </p:nvSpPr>
            <p:spPr>
              <a:xfrm>
                <a:off x="684361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8" name="Google Shape;2817;p41">
                <a:extLst>
                  <a:ext uri="{FF2B5EF4-FFF2-40B4-BE49-F238E27FC236}">
                    <a16:creationId xmlns:a16="http://schemas.microsoft.com/office/drawing/2014/main" id="{B759E494-0C9D-08C2-9045-1861DA08D371}"/>
                  </a:ext>
                </a:extLst>
              </p:cNvPr>
              <p:cNvSpPr/>
              <p:nvPr/>
            </p:nvSpPr>
            <p:spPr>
              <a:xfrm>
                <a:off x="7020441" y="2441136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9" name="Google Shape;2818;p41">
                <a:extLst>
                  <a:ext uri="{FF2B5EF4-FFF2-40B4-BE49-F238E27FC236}">
                    <a16:creationId xmlns:a16="http://schemas.microsoft.com/office/drawing/2014/main" id="{50A3686F-FF3B-AB76-F4EA-4C397B3B4C6E}"/>
                  </a:ext>
                </a:extLst>
              </p:cNvPr>
              <p:cNvSpPr/>
              <p:nvPr/>
            </p:nvSpPr>
            <p:spPr>
              <a:xfrm>
                <a:off x="7197273" y="244113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0" name="Google Shape;2819;p41">
                <a:extLst>
                  <a:ext uri="{FF2B5EF4-FFF2-40B4-BE49-F238E27FC236}">
                    <a16:creationId xmlns:a16="http://schemas.microsoft.com/office/drawing/2014/main" id="{F915C3E5-999E-0E67-5E28-10746D99F820}"/>
                  </a:ext>
                </a:extLst>
              </p:cNvPr>
              <p:cNvSpPr/>
              <p:nvPr/>
            </p:nvSpPr>
            <p:spPr>
              <a:xfrm>
                <a:off x="7374104" y="2441136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1" name="Google Shape;2820;p41">
                <a:extLst>
                  <a:ext uri="{FF2B5EF4-FFF2-40B4-BE49-F238E27FC236}">
                    <a16:creationId xmlns:a16="http://schemas.microsoft.com/office/drawing/2014/main" id="{FA0E4A6B-759D-FB5B-9864-EF654A0C7606}"/>
                  </a:ext>
                </a:extLst>
              </p:cNvPr>
              <p:cNvSpPr/>
              <p:nvPr/>
            </p:nvSpPr>
            <p:spPr>
              <a:xfrm>
                <a:off x="578262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2" name="Google Shape;2821;p41">
                <a:extLst>
                  <a:ext uri="{FF2B5EF4-FFF2-40B4-BE49-F238E27FC236}">
                    <a16:creationId xmlns:a16="http://schemas.microsoft.com/office/drawing/2014/main" id="{6ECF1D92-AE19-4F9C-83D4-B732BB53A549}"/>
                  </a:ext>
                </a:extLst>
              </p:cNvPr>
              <p:cNvSpPr/>
              <p:nvPr/>
            </p:nvSpPr>
            <p:spPr>
              <a:xfrm>
                <a:off x="5959452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3" name="Google Shape;2822;p41">
                <a:extLst>
                  <a:ext uri="{FF2B5EF4-FFF2-40B4-BE49-F238E27FC236}">
                    <a16:creationId xmlns:a16="http://schemas.microsoft.com/office/drawing/2014/main" id="{9B7E15B1-F611-5CEB-A354-95518F7553C5}"/>
                  </a:ext>
                </a:extLst>
              </p:cNvPr>
              <p:cNvSpPr/>
              <p:nvPr/>
            </p:nvSpPr>
            <p:spPr>
              <a:xfrm>
                <a:off x="6136284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4" name="Google Shape;2823;p41">
                <a:extLst>
                  <a:ext uri="{FF2B5EF4-FFF2-40B4-BE49-F238E27FC236}">
                    <a16:creationId xmlns:a16="http://schemas.microsoft.com/office/drawing/2014/main" id="{B2BED35E-E177-1DDA-8855-C7059A15D75D}"/>
                  </a:ext>
                </a:extLst>
              </p:cNvPr>
              <p:cNvSpPr/>
              <p:nvPr/>
            </p:nvSpPr>
            <p:spPr>
              <a:xfrm>
                <a:off x="6313115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5" name="Google Shape;2824;p41">
                <a:extLst>
                  <a:ext uri="{FF2B5EF4-FFF2-40B4-BE49-F238E27FC236}">
                    <a16:creationId xmlns:a16="http://schemas.microsoft.com/office/drawing/2014/main" id="{72B2C244-3577-7C89-D9BF-EDD8683A7B20}"/>
                  </a:ext>
                </a:extLst>
              </p:cNvPr>
              <p:cNvSpPr/>
              <p:nvPr/>
            </p:nvSpPr>
            <p:spPr>
              <a:xfrm>
                <a:off x="6489947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6" name="Google Shape;2825;p41">
                <a:extLst>
                  <a:ext uri="{FF2B5EF4-FFF2-40B4-BE49-F238E27FC236}">
                    <a16:creationId xmlns:a16="http://schemas.microsoft.com/office/drawing/2014/main" id="{5A12CFA3-1539-1621-5D7F-B3F79E414A6C}"/>
                  </a:ext>
                </a:extLst>
              </p:cNvPr>
              <p:cNvSpPr/>
              <p:nvPr/>
            </p:nvSpPr>
            <p:spPr>
              <a:xfrm>
                <a:off x="6666778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7" name="Google Shape;2826;p41">
                <a:extLst>
                  <a:ext uri="{FF2B5EF4-FFF2-40B4-BE49-F238E27FC236}">
                    <a16:creationId xmlns:a16="http://schemas.microsoft.com/office/drawing/2014/main" id="{E2266B50-7606-AAE9-4B0A-701832732DC1}"/>
                  </a:ext>
                </a:extLst>
              </p:cNvPr>
              <p:cNvSpPr/>
              <p:nvPr/>
            </p:nvSpPr>
            <p:spPr>
              <a:xfrm>
                <a:off x="684361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8" name="Google Shape;2827;p41">
                <a:extLst>
                  <a:ext uri="{FF2B5EF4-FFF2-40B4-BE49-F238E27FC236}">
                    <a16:creationId xmlns:a16="http://schemas.microsoft.com/office/drawing/2014/main" id="{26DC783C-76F7-CA90-1AA0-6B04E4E02A3D}"/>
                  </a:ext>
                </a:extLst>
              </p:cNvPr>
              <p:cNvSpPr/>
              <p:nvPr/>
            </p:nvSpPr>
            <p:spPr>
              <a:xfrm>
                <a:off x="7020441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9" name="Google Shape;2828;p41">
                <a:extLst>
                  <a:ext uri="{FF2B5EF4-FFF2-40B4-BE49-F238E27FC236}">
                    <a16:creationId xmlns:a16="http://schemas.microsoft.com/office/drawing/2014/main" id="{F0708A20-820E-5AC2-131A-332816ABBC7A}"/>
                  </a:ext>
                </a:extLst>
              </p:cNvPr>
              <p:cNvSpPr/>
              <p:nvPr/>
            </p:nvSpPr>
            <p:spPr>
              <a:xfrm>
                <a:off x="7197273" y="2614704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0" name="Google Shape;2829;p41">
                <a:extLst>
                  <a:ext uri="{FF2B5EF4-FFF2-40B4-BE49-F238E27FC236}">
                    <a16:creationId xmlns:a16="http://schemas.microsoft.com/office/drawing/2014/main" id="{92CE0F25-B605-D3D0-3C7A-774671C49DEB}"/>
                  </a:ext>
                </a:extLst>
              </p:cNvPr>
              <p:cNvSpPr/>
              <p:nvPr/>
            </p:nvSpPr>
            <p:spPr>
              <a:xfrm>
                <a:off x="7374104" y="261470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0" name="文本框 509">
                  <a:extLst>
                    <a:ext uri="{FF2B5EF4-FFF2-40B4-BE49-F238E27FC236}">
                      <a16:creationId xmlns:a16="http://schemas.microsoft.com/office/drawing/2014/main" id="{E5841E0C-B49F-90A4-3048-51A6AF5566B2}"/>
                    </a:ext>
                  </a:extLst>
                </p:cNvPr>
                <p:cNvSpPr txBox="1"/>
                <p:nvPr/>
              </p:nvSpPr>
              <p:spPr>
                <a:xfrm>
                  <a:off x="5674731" y="1023257"/>
                  <a:ext cx="432490" cy="2955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d>
                              <m:dPr>
                                <m:ctrlPr>
  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510" name="文本框 509">
                  <a:extLst>
                    <a:ext uri="{FF2B5EF4-FFF2-40B4-BE49-F238E27FC236}">
                      <a16:creationId xmlns:a16="http://schemas.microsoft.com/office/drawing/2014/main" id="{E5841E0C-B49F-90A4-3048-51A6AF556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4731" y="1023257"/>
                  <a:ext cx="432490" cy="295594"/>
                </a:xfrm>
                <a:prstGeom prst="rect">
                  <a:avLst/>
                </a:prstGeom>
                <a:blipFill>
                  <a:blip r:embed="rId8"/>
                  <a:stretch>
                    <a:fillRect l="-11429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9" name="直线箭头连接符 438">
            <a:extLst>
              <a:ext uri="{FF2B5EF4-FFF2-40B4-BE49-F238E27FC236}">
                <a16:creationId xmlns:a16="http://schemas.microsoft.com/office/drawing/2014/main" id="{7718BA18-7E5A-3BE1-1E1C-2133F45F8B07}"/>
              </a:ext>
            </a:extLst>
          </p:cNvPr>
          <p:cNvCxnSpPr>
            <a:cxnSpLocks/>
            <a:stCxn id="815" idx="3"/>
            <a:endCxn id="434" idx="0"/>
          </p:cNvCxnSpPr>
          <p:nvPr/>
        </p:nvCxnSpPr>
        <p:spPr>
          <a:xfrm>
            <a:off x="2526407" y="3106178"/>
            <a:ext cx="253649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40" name="直线箭头连接符 439">
            <a:extLst>
              <a:ext uri="{FF2B5EF4-FFF2-40B4-BE49-F238E27FC236}">
                <a16:creationId xmlns:a16="http://schemas.microsoft.com/office/drawing/2014/main" id="{E3E48E95-21F2-40C7-AF02-FB4944D8AEC1}"/>
              </a:ext>
            </a:extLst>
          </p:cNvPr>
          <p:cNvCxnSpPr>
            <a:cxnSpLocks/>
            <a:stCxn id="434" idx="2"/>
            <a:endCxn id="435" idx="1"/>
          </p:cNvCxnSpPr>
          <p:nvPr/>
        </p:nvCxnSpPr>
        <p:spPr>
          <a:xfrm>
            <a:off x="3373810" y="3106178"/>
            <a:ext cx="253651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8511F706-071C-070E-117D-A0FCA490F616}"/>
                  </a:ext>
                </a:extLst>
              </p:cNvPr>
              <p:cNvSpPr txBox="1"/>
              <p:nvPr/>
            </p:nvSpPr>
            <p:spPr>
              <a:xfrm>
                <a:off x="3937307" y="5374558"/>
                <a:ext cx="7982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 xmlns:m="http://schemas.openxmlformats.org/officeDocument/2006/math">N̄</m:t>
                      </m:r>
                      <m:r>
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 xmlns:m="http://schemas.openxmlformats.org/officeDocument/2006/math">
                        <m:sSubPr/>
                        <m:e>
                          <m:r>
                            <m:t>N</m:t>
                          </m:r>
                        </m:e>
                        <m:sub>
                          <m:r>
                            <m:t>b</m:t>
                          </m:r>
                        </m:sub>
                      </m:sSub>
                      <m:r xmlns:m="http://schemas.openxmlformats.org/officeDocument/2006/math">
                        <m:t>T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8511F706-071C-070E-117D-A0FCA490F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307" y="5374558"/>
                <a:ext cx="798295" cy="276999"/>
              </a:xfrm>
              <a:prstGeom prst="rect">
                <a:avLst/>
              </a:prstGeom>
              <a:blipFill>
                <a:blip r:embed="rId9"/>
                <a:stretch>
                  <a:fillRect l="-6349" r="-6349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2" name="文本框 441">
            <a:extLst>
              <a:ext uri="{FF2B5EF4-FFF2-40B4-BE49-F238E27FC236}">
                <a16:creationId xmlns:a16="http://schemas.microsoft.com/office/drawing/2014/main" id="{CF951EE8-EA0F-140E-67A9-DB21B35B4527}"/>
              </a:ext>
            </a:extLst>
          </p:cNvPr>
          <p:cNvSpPr txBox="1"/>
          <p:nvPr/>
        </p:nvSpPr>
        <p:spPr>
          <a:xfrm>
            <a:off x="3363216" y="5628078"/>
            <a:ext cx="193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cosine similarity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43" name="圆角矩形 442">
            <a:extLst>
              <a:ext uri="{FF2B5EF4-FFF2-40B4-BE49-F238E27FC236}">
                <a16:creationId xmlns:a16="http://schemas.microsoft.com/office/drawing/2014/main" id="{5901D996-83A1-4248-9FB2-6DB7B2A89944}"/>
              </a:ext>
            </a:extLst>
          </p:cNvPr>
          <p:cNvSpPr/>
          <p:nvPr/>
        </p:nvSpPr>
        <p:spPr>
          <a:xfrm>
            <a:off x="5695600" y="464861"/>
            <a:ext cx="2851754" cy="2013184"/>
          </a:xfrm>
          <a:prstGeom prst="roundRect">
            <a:avLst/>
          </a:prstGeom>
          <a:solidFill>
            <a:srgbClr val="30C0B4">
              <a:lumMod val="40000"/>
              <a:lumOff val="60000"/>
            </a:srgbClr>
          </a:solid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4" name="文本框 443">
                <a:extLst>
                  <a:ext uri="{FF2B5EF4-FFF2-40B4-BE49-F238E27FC236}">
                    <a16:creationId xmlns:a16="http://schemas.microsoft.com/office/drawing/2014/main" id="{1ED254FA-8935-2A87-8F4E-46DED06178E8}"/>
                  </a:ext>
                </a:extLst>
              </p:cNvPr>
              <p:cNvSpPr txBox="1"/>
              <p:nvPr/>
            </p:nvSpPr>
            <p:spPr>
              <a:xfrm>
                <a:off x="6198789" y="1249327"/>
                <a:ext cx="5340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xmlns:a="http://schemas.openxmlformats.org/drawingml/2006/main"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4" name="文本框 443">
                <a:extLst>
                  <a:ext uri="{FF2B5EF4-FFF2-40B4-BE49-F238E27FC236}">
                    <a16:creationId xmlns:a16="http://schemas.microsoft.com/office/drawing/2014/main" id="{1ED254FA-8935-2A87-8F4E-46DED0617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789" y="1249327"/>
                <a:ext cx="534036" cy="184666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5" name="组合 444">
            <a:extLst>
              <a:ext uri="{FF2B5EF4-FFF2-40B4-BE49-F238E27FC236}">
                <a16:creationId xmlns:a16="http://schemas.microsoft.com/office/drawing/2014/main" id="{95D0E632-6057-2F68-E6F5-729157CB313C}"/>
              </a:ext>
            </a:extLst>
          </p:cNvPr>
          <p:cNvGrpSpPr/>
          <p:nvPr/>
        </p:nvGrpSpPr>
        <p:grpSpPr>
          <a:xfrm>
            <a:off x="6268777" y="1153730"/>
            <a:ext cx="1754498" cy="360000"/>
            <a:chOff x="5897818" y="1476552"/>
            <a:chExt cx="1754498" cy="360000"/>
          </a:xfrm>
        </p:grpSpPr>
        <p:cxnSp>
          <p:nvCxnSpPr>
            <p:cNvPr id="504" name="直线箭头连接符 503">
              <a:extLst>
                <a:ext uri="{FF2B5EF4-FFF2-40B4-BE49-F238E27FC236}">
                  <a16:creationId xmlns:a16="http://schemas.microsoft.com/office/drawing/2014/main" id="{A0B7A3DF-2FE9-57D6-BB5E-FFDCEEAA9A41}"/>
                </a:ext>
              </a:extLst>
            </p:cNvPr>
            <p:cNvCxnSpPr>
              <a:cxnSpLocks/>
              <a:stCxn id="505" idx="3"/>
            </p:cNvCxnSpPr>
            <p:nvPr/>
          </p:nvCxnSpPr>
          <p:spPr>
            <a:xfrm>
              <a:off x="6257818" y="1656552"/>
              <a:ext cx="334929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05" name="矩形 504">
              <a:extLst>
                <a:ext uri="{FF2B5EF4-FFF2-40B4-BE49-F238E27FC236}">
                  <a16:creationId xmlns:a16="http://schemas.microsoft.com/office/drawing/2014/main" id="{2C401D0A-E1B9-A1D9-548C-60D2D1A126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7818" y="1476552"/>
              <a:ext cx="360000" cy="360000"/>
            </a:xfrm>
            <a:prstGeom prst="rect">
              <a:avLst/>
            </a:prstGeom>
            <a:solidFill>
              <a:srgbClr val="75BD42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506" name="直线箭头连接符 505">
              <a:extLst>
                <a:ext uri="{FF2B5EF4-FFF2-40B4-BE49-F238E27FC236}">
                  <a16:creationId xmlns:a16="http://schemas.microsoft.com/office/drawing/2014/main" id="{41BCEE01-C20F-C7C4-3664-5426F046A1F8}"/>
                </a:ext>
              </a:extLst>
            </p:cNvPr>
            <p:cNvCxnSpPr>
              <a:cxnSpLocks/>
              <a:stCxn id="507" idx="3"/>
            </p:cNvCxnSpPr>
            <p:nvPr/>
          </p:nvCxnSpPr>
          <p:spPr>
            <a:xfrm>
              <a:off x="6955067" y="1656552"/>
              <a:ext cx="334929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07" name="矩形 506">
              <a:extLst>
                <a:ext uri="{FF2B5EF4-FFF2-40B4-BE49-F238E27FC236}">
                  <a16:creationId xmlns:a16="http://schemas.microsoft.com/office/drawing/2014/main" id="{2FC0F4EB-D619-561B-FA6D-4C24C5F709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95067" y="1476552"/>
              <a:ext cx="360000" cy="360000"/>
            </a:xfrm>
            <a:prstGeom prst="rect">
              <a:avLst/>
            </a:prstGeom>
            <a:solidFill>
              <a:srgbClr val="E7E6E6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08" name="矩形 507">
              <a:extLst>
                <a:ext uri="{FF2B5EF4-FFF2-40B4-BE49-F238E27FC236}">
                  <a16:creationId xmlns:a16="http://schemas.microsoft.com/office/drawing/2014/main" id="{5059985A-9FA0-9357-511B-102511040C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2316" y="1476552"/>
              <a:ext cx="360000" cy="360000"/>
            </a:xfrm>
            <a:prstGeom prst="rect">
              <a:avLst/>
            </a:prstGeom>
            <a:solidFill>
              <a:srgbClr val="75BD42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446" name="文本框 445">
            <a:extLst>
              <a:ext uri="{FF2B5EF4-FFF2-40B4-BE49-F238E27FC236}">
                <a16:creationId xmlns:a16="http://schemas.microsoft.com/office/drawing/2014/main" id="{09F5AFB7-5D87-CCBF-F732-E71661CF9541}"/>
              </a:ext>
            </a:extLst>
          </p:cNvPr>
          <p:cNvSpPr txBox="1"/>
          <p:nvPr/>
        </p:nvSpPr>
        <p:spPr>
          <a:xfrm>
            <a:off x="5990948" y="1795394"/>
            <a:ext cx="231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Temporal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 xmlns:a="http://schemas.openxmlformats.org/drawingml/2006/main" xml:space="preserve"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neighbors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(Eq.17)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7" name="文本框 446">
                <a:extLst>
                  <a:ext uri="{FF2B5EF4-FFF2-40B4-BE49-F238E27FC236}">
                    <a16:creationId xmlns:a16="http://schemas.microsoft.com/office/drawing/2014/main" id="{93C0B90C-8313-274C-C96F-EE847B40C0EA}"/>
                  </a:ext>
                </a:extLst>
              </p:cNvPr>
              <p:cNvSpPr txBox="1"/>
              <p:nvPr/>
            </p:nvSpPr>
            <p:spPr>
              <a:xfrm>
                <a:off x="6154326" y="577838"/>
                <a:ext cx="19487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Positive</a:t>
                </a:r>
                <a:r>
                  <a:rPr kumimoji="1" lang="zh-CN" altLang="en-US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 xmlns:a="http://schemas.openxmlformats.org/drawingml/2006/main" xml:space="preserve"> </a:t>
                </a:r>
                <a:r>
                  <a:rPr kumimoji="1" lang="en-US" altLang="zh-CN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Set</a:t>
                </a:r>
                <a:r>
                  <a:rPr kumimoji="1" lang="zh-CN" altLang="en-US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 xmlns:a="http://schemas.openxmlformats.org/drawingml/2006/main" xml:space="preserve"> </a:t>
                </a:r>
                <a14:m>
                  <m:oMath xmlns:m="http://schemas.openxmlformats.org/officeDocument/2006/math">
                    <m:r>
                      <a:rPr xmlns:a="http://schemas.openxmlformats.org/drawingml/2006/main" kumimoji="1" lang="en-US" altLang="zh-CN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xmlns:a="http://schemas.openxmlformats.org/drawingml/2006/main" kumimoji="1" lang="en-US" altLang="zh-CN" sz="1800" b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kumimoji="1" lang="en-US" altLang="zh-CN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𝐢</m:t>
                        </m:r>
                      </m:e>
                    </m:d>
                  </m:oMath>
                </a14:m>
                <a:endParaRPr kumimoji="1" lang="zh-CN" altLang="en-US" sz="1800" b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7" name="文本框 446">
                <a:extLst>
                  <a:ext uri="{FF2B5EF4-FFF2-40B4-BE49-F238E27FC236}">
                    <a16:creationId xmlns:a16="http://schemas.microsoft.com/office/drawing/2014/main" id="{93C0B90C-8313-274C-C96F-EE847B40C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326" y="577838"/>
                <a:ext cx="1948745" cy="369332"/>
              </a:xfrm>
              <a:prstGeom prst="rect">
                <a:avLst/>
              </a:prstGeom>
              <a:blipFill>
                <a:blip r:embed="rId11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>
                <a:extLst>
                  <a:ext uri="{FF2B5EF4-FFF2-40B4-BE49-F238E27FC236}">
                    <a16:creationId xmlns:a16="http://schemas.microsoft.com/office/drawing/2014/main" id="{4B8DB2D0-FAD9-1440-467A-F866C497C235}"/>
                  </a:ext>
                </a:extLst>
              </p:cNvPr>
              <p:cNvSpPr txBox="1"/>
              <p:nvPr/>
            </p:nvSpPr>
            <p:spPr>
              <a:xfrm>
                <a:off x="7033660" y="1237878"/>
                <a:ext cx="2474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xmlns:a="http://schemas.openxmlformats.org/drawingml/2006/main"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kumimoji="1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8" name="文本框 447">
                <a:extLst>
                  <a:ext uri="{FF2B5EF4-FFF2-40B4-BE49-F238E27FC236}">
                    <a16:creationId xmlns:a16="http://schemas.microsoft.com/office/drawing/2014/main" id="{4B8DB2D0-FAD9-1440-467A-F866C497C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660" y="1237878"/>
                <a:ext cx="247483" cy="184666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3D393023-B3F6-5B54-ADDC-647E9A58134E}"/>
                  </a:ext>
                </a:extLst>
              </p:cNvPr>
              <p:cNvSpPr txBox="1"/>
              <p:nvPr/>
            </p:nvSpPr>
            <p:spPr>
              <a:xfrm>
                <a:off x="7586362" y="1232006"/>
                <a:ext cx="5340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xmlns:a="http://schemas.openxmlformats.org/drawingml/2006/main"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kumimoji="1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3D393023-B3F6-5B54-ADDC-647E9A58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362" y="1232006"/>
                <a:ext cx="534036" cy="184666"/>
              </a:xfrm>
              <a:prstGeom prst="rect">
                <a:avLst/>
              </a:prstGeom>
              <a:blipFill>
                <a:blip r:embed="rId1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0" name="文本框 449">
                <a:extLst>
                  <a:ext uri="{FF2B5EF4-FFF2-40B4-BE49-F238E27FC236}">
                    <a16:creationId xmlns:a16="http://schemas.microsoft.com/office/drawing/2014/main" id="{8422CEAF-9296-39E2-BE71-7CAAD74283DC}"/>
                  </a:ext>
                </a:extLst>
              </p:cNvPr>
              <p:cNvSpPr txBox="1"/>
              <p:nvPr/>
            </p:nvSpPr>
            <p:spPr>
              <a:xfrm rot="16200000">
                <a:off x="3177012" y="1708350"/>
                <a:ext cx="5434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 xmlns:m="http://schemas.openxmlformats.org/officeDocument/2006/math">N̄</m:t>
                      </m:r>
                      <m:r>
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 xmlns:m="http://schemas.openxmlformats.org/officeDocument/2006/math">N̄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50" name="文本框 449">
                <a:extLst>
                  <a:ext uri="{FF2B5EF4-FFF2-40B4-BE49-F238E27FC236}">
                    <a16:creationId xmlns:a16="http://schemas.microsoft.com/office/drawing/2014/main" id="{8422CEAF-9296-39E2-BE71-7CAAD7428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77012" y="1708350"/>
                <a:ext cx="543418" cy="276999"/>
              </a:xfrm>
              <a:prstGeom prst="rect">
                <a:avLst/>
              </a:prstGeom>
              <a:blipFill>
                <a:blip r:embed="rId14"/>
                <a:stretch>
                  <a:fillRect t="-6667" r="-1304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文本框 450">
                <a:extLst>
                  <a:ext uri="{FF2B5EF4-FFF2-40B4-BE49-F238E27FC236}">
                    <a16:creationId xmlns:a16="http://schemas.microsoft.com/office/drawing/2014/main" id="{2A55D051-83CE-C9A1-3C4D-3F9BB7CB429A}"/>
                  </a:ext>
                </a:extLst>
              </p:cNvPr>
              <p:cNvSpPr txBox="1"/>
              <p:nvPr/>
            </p:nvSpPr>
            <p:spPr>
              <a:xfrm rot="16200000">
                <a:off x="3166000" y="4432244"/>
                <a:ext cx="5434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 xmlns:m="http://schemas.openxmlformats.org/officeDocument/2006/math">N̄</m:t>
                      </m:r>
                      <m:r>
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xmlns:a="http://schemas.openxmlformats.org/drawingml/2006/main"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 xmlns:m="http://schemas.openxmlformats.org/officeDocument/2006/math">N̄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51" name="文本框 450">
                <a:extLst>
                  <a:ext uri="{FF2B5EF4-FFF2-40B4-BE49-F238E27FC236}">
                    <a16:creationId xmlns:a16="http://schemas.microsoft.com/office/drawing/2014/main" id="{2A55D051-83CE-C9A1-3C4D-3F9BB7CB4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66000" y="4432244"/>
                <a:ext cx="543418" cy="276999"/>
              </a:xfrm>
              <a:prstGeom prst="rect">
                <a:avLst/>
              </a:prstGeom>
              <a:blipFill>
                <a:blip r:embed="rId15"/>
                <a:stretch>
                  <a:fillRect t="-6818" r="-13043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2" name="圆角矩形 451">
            <a:extLst>
              <a:ext uri="{FF2B5EF4-FFF2-40B4-BE49-F238E27FC236}">
                <a16:creationId xmlns:a16="http://schemas.microsoft.com/office/drawing/2014/main" id="{19AAF5F0-C640-1BCD-0349-600CD61DF9A2}"/>
              </a:ext>
            </a:extLst>
          </p:cNvPr>
          <p:cNvSpPr/>
          <p:nvPr/>
        </p:nvSpPr>
        <p:spPr>
          <a:xfrm>
            <a:off x="5744695" y="2803126"/>
            <a:ext cx="2802659" cy="3604462"/>
          </a:xfrm>
          <a:prstGeom prst="roundRect">
            <a:avLst/>
          </a:prstGeom>
          <a:solidFill>
            <a:srgbClr val="E54C5E">
              <a:lumMod val="20000"/>
              <a:lumOff val="80000"/>
            </a:srgbClr>
          </a:solid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4D18E129-E3AB-4ECE-6C09-524C47650481}"/>
              </a:ext>
            </a:extLst>
          </p:cNvPr>
          <p:cNvSpPr txBox="1"/>
          <p:nvPr/>
        </p:nvSpPr>
        <p:spPr>
          <a:xfrm>
            <a:off x="6047160" y="3817813"/>
            <a:ext cx="231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Same-video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 xmlns:a="http://schemas.openxmlformats.org/drawingml/2006/main" xml:space="preserve"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distant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60208EEC-76DD-7EBE-C582-76CA9DB4238A}"/>
              </a:ext>
            </a:extLst>
          </p:cNvPr>
          <p:cNvSpPr txBox="1"/>
          <p:nvPr/>
        </p:nvSpPr>
        <p:spPr>
          <a:xfrm>
            <a:off x="5917760" y="5695412"/>
            <a:ext cx="2568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Cross-video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 xmlns:a="http://schemas.openxmlformats.org/drawingml/2006/main" xml:space="preserve"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centroids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(Eq.20)</a:t>
            </a:r>
          </a:p>
        </p:txBody>
      </p:sp>
      <p:cxnSp>
        <p:nvCxnSpPr>
          <p:cNvPr id="455" name="直线连接符 454">
            <a:extLst>
              <a:ext uri="{FF2B5EF4-FFF2-40B4-BE49-F238E27FC236}">
                <a16:creationId xmlns:a16="http://schemas.microsoft.com/office/drawing/2014/main" id="{30FF4AF6-3FA3-1EF5-E378-2947480A49D0}"/>
              </a:ext>
            </a:extLst>
          </p:cNvPr>
          <p:cNvCxnSpPr>
            <a:cxnSpLocks/>
          </p:cNvCxnSpPr>
          <p:nvPr/>
        </p:nvCxnSpPr>
        <p:spPr>
          <a:xfrm>
            <a:off x="5971078" y="4538251"/>
            <a:ext cx="2462321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E7BA9392-747E-CEE7-C0A3-2DFDC348AB32}"/>
                  </a:ext>
                </a:extLst>
              </p:cNvPr>
              <p:cNvSpPr txBox="1"/>
              <p:nvPr/>
            </p:nvSpPr>
            <p:spPr>
              <a:xfrm>
                <a:off x="6135664" y="2945839"/>
                <a:ext cx="213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Negative</a:t>
                </a:r>
                <a:r>
                  <a:rPr kumimoji="1" lang="zh-CN" altLang="en-US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 xmlns:a="http://schemas.openxmlformats.org/drawingml/2006/main" xml:space="preserve"> </a:t>
                </a:r>
                <a:r>
                  <a:rPr kumimoji="1" lang="en-US" altLang="zh-CN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Set</a:t>
                </a:r>
                <a:r>
                  <a:rPr kumimoji="1" lang="zh-CN" altLang="en-US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 xmlns:a="http://schemas.openxmlformats.org/drawingml/2006/main" xml:space="preserve"> </a:t>
                </a:r>
                <a14:m>
                  <m:oMath xmlns:m="http://schemas.openxmlformats.org/officeDocument/2006/math">
                    <m:r>
                      <a:rPr xmlns:a="http://schemas.openxmlformats.org/drawingml/2006/main" kumimoji="1" lang="en-US" altLang="zh-CN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xmlns:a="http://schemas.openxmlformats.org/drawingml/2006/main" kumimoji="1" lang="en-US" altLang="zh-CN" sz="1800" b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kumimoji="1" lang="en-US" altLang="zh-CN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𝐢</m:t>
                        </m:r>
                      </m:e>
                    </m:d>
                  </m:oMath>
                </a14:m>
                <a:endParaRPr kumimoji="1" lang="zh-CN" altLang="en-US" sz="1800" b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E7BA9392-747E-CEE7-C0A3-2DFDC348A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664" y="2945839"/>
                <a:ext cx="2133147" cy="369332"/>
              </a:xfrm>
              <a:prstGeom prst="rect">
                <a:avLst/>
              </a:prstGeom>
              <a:blipFill>
                <a:blip r:embed="rId16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46D4DE76-4AB9-3DC1-16ED-1BA2DB8E650E}"/>
              </a:ext>
            </a:extLst>
          </p:cNvPr>
          <p:cNvGrpSpPr/>
          <p:nvPr/>
        </p:nvGrpSpPr>
        <p:grpSpPr>
          <a:xfrm>
            <a:off x="6324989" y="3441720"/>
            <a:ext cx="1754498" cy="360000"/>
            <a:chOff x="5946470" y="3892132"/>
            <a:chExt cx="1754498" cy="360000"/>
          </a:xfrm>
        </p:grpSpPr>
        <p:sp>
          <p:nvSpPr>
            <p:cNvPr id="499" name="矩形 498">
              <a:extLst>
                <a:ext uri="{FF2B5EF4-FFF2-40B4-BE49-F238E27FC236}">
                  <a16:creationId xmlns:a16="http://schemas.microsoft.com/office/drawing/2014/main" id="{F573149A-8CFA-C412-7047-9FAB3648DC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6470" y="3892132"/>
              <a:ext cx="360000" cy="360000"/>
            </a:xfrm>
            <a:prstGeom prst="rect">
              <a:avLst/>
            </a:prstGeom>
            <a:solidFill>
              <a:srgbClr val="E7E6E6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00" name="矩形 499">
              <a:extLst>
                <a:ext uri="{FF2B5EF4-FFF2-40B4-BE49-F238E27FC236}">
                  <a16:creationId xmlns:a16="http://schemas.microsoft.com/office/drawing/2014/main" id="{F8748AFF-8763-B9D0-C188-517A82106B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3719" y="3892132"/>
              <a:ext cx="360000" cy="360000"/>
            </a:xfrm>
            <a:prstGeom prst="rect">
              <a:avLst/>
            </a:prstGeom>
            <a:solidFill>
              <a:srgbClr val="F2BA02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01" name="矩形 500">
              <a:extLst>
                <a:ext uri="{FF2B5EF4-FFF2-40B4-BE49-F238E27FC236}">
                  <a16:creationId xmlns:a16="http://schemas.microsoft.com/office/drawing/2014/main" id="{7CC7352B-E54A-CA83-A404-6727465147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40968" y="3892132"/>
              <a:ext cx="360000" cy="360000"/>
            </a:xfrm>
            <a:prstGeom prst="rect">
              <a:avLst/>
            </a:prstGeom>
            <a:solidFill>
              <a:srgbClr val="F2BA02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2" name="文本框 501">
                  <a:extLst>
                    <a:ext uri="{FF2B5EF4-FFF2-40B4-BE49-F238E27FC236}">
                      <a16:creationId xmlns:a16="http://schemas.microsoft.com/office/drawing/2014/main" id="{335C461A-91CE-5496-AECA-340EC7F2CDEA}"/>
                    </a:ext>
                  </a:extLst>
                </p:cNvPr>
                <p:cNvSpPr txBox="1"/>
                <p:nvPr/>
              </p:nvSpPr>
              <p:spPr>
                <a:xfrm>
                  <a:off x="7008697" y="3930193"/>
                  <a:ext cx="33158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xmlns:a="http://schemas.openxmlformats.org/drawingml/2006/main" kumimoji="1" lang="e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502" name="文本框 501">
                  <a:extLst>
                    <a:ext uri="{FF2B5EF4-FFF2-40B4-BE49-F238E27FC236}">
                      <a16:creationId xmlns:a16="http://schemas.microsoft.com/office/drawing/2014/main" id="{335C461A-91CE-5496-AECA-340EC7F2C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8697" y="3930193"/>
                  <a:ext cx="331585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3" name="文本框 502">
                  <a:extLst>
                    <a:ext uri="{FF2B5EF4-FFF2-40B4-BE49-F238E27FC236}">
                      <a16:creationId xmlns:a16="http://schemas.microsoft.com/office/drawing/2014/main" id="{7BF609CA-5EB7-5F7E-D7F6-7DB2A6D49CF5}"/>
                    </a:ext>
                  </a:extLst>
                </p:cNvPr>
                <p:cNvSpPr txBox="1"/>
                <p:nvPr/>
              </p:nvSpPr>
              <p:spPr>
                <a:xfrm>
                  <a:off x="6309645" y="3932023"/>
                  <a:ext cx="33158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xmlns:a="http://schemas.openxmlformats.org/drawingml/2006/main" kumimoji="1" lang="e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503" name="文本框 502">
                  <a:extLst>
                    <a:ext uri="{FF2B5EF4-FFF2-40B4-BE49-F238E27FC236}">
                      <a16:creationId xmlns:a16="http://schemas.microsoft.com/office/drawing/2014/main" id="{7BF609CA-5EB7-5F7E-D7F6-7DB2A6D49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645" y="3932023"/>
                  <a:ext cx="331585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D3E5B578-60F4-E7E1-3EBD-1989053987E7}"/>
                  </a:ext>
                </a:extLst>
              </p:cNvPr>
              <p:cNvSpPr txBox="1"/>
              <p:nvPr/>
            </p:nvSpPr>
            <p:spPr>
              <a:xfrm>
                <a:off x="6566616" y="4137805"/>
                <a:ext cx="1256818" cy="3224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 xmlns:m="http://schemas.openxmlformats.org/officeDocument/2006/math"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 xmlns:m="http://schemas.openxmlformats.org/officeDocument/2006/math"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D3E5B578-60F4-E7E1-3EBD-198905398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616" y="4137805"/>
                <a:ext cx="1256818" cy="322461"/>
              </a:xfrm>
              <a:prstGeom prst="rect">
                <a:avLst/>
              </a:prstGeom>
              <a:blipFill>
                <a:blip r:embed="rId19"/>
                <a:stretch>
                  <a:fillRect r="-4000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9A4B54F3-E39F-4417-A96B-863B31CF27F9}"/>
              </a:ext>
            </a:extLst>
          </p:cNvPr>
          <p:cNvGrpSpPr/>
          <p:nvPr/>
        </p:nvGrpSpPr>
        <p:grpSpPr>
          <a:xfrm>
            <a:off x="6179625" y="4731097"/>
            <a:ext cx="2045226" cy="889831"/>
            <a:chOff x="5891050" y="5171737"/>
            <a:chExt cx="2045226" cy="889831"/>
          </a:xfrm>
        </p:grpSpPr>
        <p:grpSp>
          <p:nvGrpSpPr>
            <p:cNvPr id="478" name="组合 477">
              <a:extLst>
                <a:ext uri="{FF2B5EF4-FFF2-40B4-BE49-F238E27FC236}">
                  <a16:creationId xmlns:a16="http://schemas.microsoft.com/office/drawing/2014/main" id="{6A31224C-26B9-5919-AF1C-706D2D8B9213}"/>
                </a:ext>
              </a:extLst>
            </p:cNvPr>
            <p:cNvGrpSpPr/>
            <p:nvPr/>
          </p:nvGrpSpPr>
          <p:grpSpPr>
            <a:xfrm>
              <a:off x="5891050" y="5171737"/>
              <a:ext cx="453543" cy="889831"/>
              <a:chOff x="5891050" y="5171737"/>
              <a:chExt cx="453543" cy="889831"/>
            </a:xfrm>
          </p:grpSpPr>
          <p:grpSp>
            <p:nvGrpSpPr>
              <p:cNvPr id="493" name="组合 492">
                <a:extLst>
                  <a:ext uri="{FF2B5EF4-FFF2-40B4-BE49-F238E27FC236}">
                    <a16:creationId xmlns:a16="http://schemas.microsoft.com/office/drawing/2014/main" id="{18284762-0291-3F9D-9A40-9B3F4EB86AD4}"/>
                  </a:ext>
                </a:extLst>
              </p:cNvPr>
              <p:cNvGrpSpPr/>
              <p:nvPr/>
            </p:nvGrpSpPr>
            <p:grpSpPr>
              <a:xfrm>
                <a:off x="5891050" y="5171737"/>
                <a:ext cx="453543" cy="406680"/>
                <a:chOff x="6316295" y="4416022"/>
                <a:chExt cx="453543" cy="406680"/>
              </a:xfrm>
            </p:grpSpPr>
            <p:sp>
              <p:nvSpPr>
                <p:cNvPr id="496" name="矩形 495">
                  <a:extLst>
                    <a:ext uri="{FF2B5EF4-FFF2-40B4-BE49-F238E27FC236}">
                      <a16:creationId xmlns:a16="http://schemas.microsoft.com/office/drawing/2014/main" id="{F768AE9B-E4BE-51CC-D7C9-B2685E08F3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16295" y="441602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7" name="矩形 496">
                  <a:extLst>
                    <a:ext uri="{FF2B5EF4-FFF2-40B4-BE49-F238E27FC236}">
                      <a16:creationId xmlns:a16="http://schemas.microsoft.com/office/drawing/2014/main" id="{9263DECE-42B0-4341-213D-7BA6172890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3615" y="443936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8" name="矩形 497">
                  <a:extLst>
                    <a:ext uri="{FF2B5EF4-FFF2-40B4-BE49-F238E27FC236}">
                      <a16:creationId xmlns:a16="http://schemas.microsoft.com/office/drawing/2014/main" id="{7E0A0105-CAFD-3185-D450-F2490DDBD6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09838" y="446270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94" name="矩形 493">
                <a:extLst>
                  <a:ext uri="{FF2B5EF4-FFF2-40B4-BE49-F238E27FC236}">
                    <a16:creationId xmlns:a16="http://schemas.microsoft.com/office/drawing/2014/main" id="{CBCCC82E-1536-295F-975F-1A0B4C735E5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075914" y="5881330"/>
                <a:ext cx="180000" cy="180476"/>
              </a:xfrm>
              <a:prstGeom prst="rect">
                <a:avLst/>
              </a:prstGeom>
              <a:solidFill>
                <a:srgbClr val="4874CB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95" name="直线箭头连接符 494">
                <a:extLst>
                  <a:ext uri="{FF2B5EF4-FFF2-40B4-BE49-F238E27FC236}">
                    <a16:creationId xmlns:a16="http://schemas.microsoft.com/office/drawing/2014/main" id="{B31594E1-F563-D90E-15D9-8D734CF88172}"/>
                  </a:ext>
                </a:extLst>
              </p:cNvPr>
              <p:cNvCxnSpPr>
                <a:stCxn id="498" idx="2"/>
              </p:cNvCxnSpPr>
              <p:nvPr/>
            </p:nvCxnSpPr>
            <p:spPr>
              <a:xfrm flipH="1">
                <a:off x="6163998" y="5578417"/>
                <a:ext cx="595" cy="25746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479" name="组合 478">
              <a:extLst>
                <a:ext uri="{FF2B5EF4-FFF2-40B4-BE49-F238E27FC236}">
                  <a16:creationId xmlns:a16="http://schemas.microsoft.com/office/drawing/2014/main" id="{5AC91C1B-88F4-A634-7928-5463A82A8675}"/>
                </a:ext>
              </a:extLst>
            </p:cNvPr>
            <p:cNvGrpSpPr/>
            <p:nvPr/>
          </p:nvGrpSpPr>
          <p:grpSpPr>
            <a:xfrm>
              <a:off x="6686891" y="5171737"/>
              <a:ext cx="453543" cy="889831"/>
              <a:chOff x="5891050" y="5171737"/>
              <a:chExt cx="453543" cy="889831"/>
            </a:xfrm>
          </p:grpSpPr>
          <p:grpSp>
            <p:nvGrpSpPr>
              <p:cNvPr id="487" name="组合 486">
                <a:extLst>
                  <a:ext uri="{FF2B5EF4-FFF2-40B4-BE49-F238E27FC236}">
                    <a16:creationId xmlns:a16="http://schemas.microsoft.com/office/drawing/2014/main" id="{78E33951-96A6-887A-A609-148ED29A124B}"/>
                  </a:ext>
                </a:extLst>
              </p:cNvPr>
              <p:cNvGrpSpPr/>
              <p:nvPr/>
            </p:nvGrpSpPr>
            <p:grpSpPr>
              <a:xfrm>
                <a:off x="5891050" y="5171737"/>
                <a:ext cx="453543" cy="406680"/>
                <a:chOff x="6316295" y="4416022"/>
                <a:chExt cx="453543" cy="406680"/>
              </a:xfrm>
            </p:grpSpPr>
            <p:sp>
              <p:nvSpPr>
                <p:cNvPr id="490" name="矩形 489">
                  <a:extLst>
                    <a:ext uri="{FF2B5EF4-FFF2-40B4-BE49-F238E27FC236}">
                      <a16:creationId xmlns:a16="http://schemas.microsoft.com/office/drawing/2014/main" id="{B3291421-61BC-DF9D-9BDB-6D4E9C6A0D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16295" y="441602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1" name="矩形 490">
                  <a:extLst>
                    <a:ext uri="{FF2B5EF4-FFF2-40B4-BE49-F238E27FC236}">
                      <a16:creationId xmlns:a16="http://schemas.microsoft.com/office/drawing/2014/main" id="{57170C6C-537D-4CE0-5537-120610FBFB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3615" y="443936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2" name="矩形 491">
                  <a:extLst>
                    <a:ext uri="{FF2B5EF4-FFF2-40B4-BE49-F238E27FC236}">
                      <a16:creationId xmlns:a16="http://schemas.microsoft.com/office/drawing/2014/main" id="{A20238CF-B04B-BAEA-076E-39DAC14A1F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09838" y="446270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88" name="矩形 487">
                <a:extLst>
                  <a:ext uri="{FF2B5EF4-FFF2-40B4-BE49-F238E27FC236}">
                    <a16:creationId xmlns:a16="http://schemas.microsoft.com/office/drawing/2014/main" id="{3DE0625B-D5E2-CDD5-B16B-6B6AB83AEA1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075914" y="5881330"/>
                <a:ext cx="180000" cy="180476"/>
              </a:xfrm>
              <a:prstGeom prst="rect">
                <a:avLst/>
              </a:prstGeom>
              <a:solidFill>
                <a:srgbClr val="4874CB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89" name="直线箭头连接符 488">
                <a:extLst>
                  <a:ext uri="{FF2B5EF4-FFF2-40B4-BE49-F238E27FC236}">
                    <a16:creationId xmlns:a16="http://schemas.microsoft.com/office/drawing/2014/main" id="{92E432AD-E274-84D7-0063-60E8528364A4}"/>
                  </a:ext>
                </a:extLst>
              </p:cNvPr>
              <p:cNvCxnSpPr>
                <a:stCxn id="492" idx="2"/>
              </p:cNvCxnSpPr>
              <p:nvPr/>
            </p:nvCxnSpPr>
            <p:spPr>
              <a:xfrm flipH="1">
                <a:off x="6163998" y="5578417"/>
                <a:ext cx="595" cy="25746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480" name="组合 479">
              <a:extLst>
                <a:ext uri="{FF2B5EF4-FFF2-40B4-BE49-F238E27FC236}">
                  <a16:creationId xmlns:a16="http://schemas.microsoft.com/office/drawing/2014/main" id="{6806FC75-32B9-7A1F-2D5A-B7C966F3C93C}"/>
                </a:ext>
              </a:extLst>
            </p:cNvPr>
            <p:cNvGrpSpPr/>
            <p:nvPr/>
          </p:nvGrpSpPr>
          <p:grpSpPr>
            <a:xfrm>
              <a:off x="7482733" y="5171737"/>
              <a:ext cx="453543" cy="889831"/>
              <a:chOff x="5891050" y="5171737"/>
              <a:chExt cx="453543" cy="889831"/>
            </a:xfrm>
          </p:grpSpPr>
          <p:grpSp>
            <p:nvGrpSpPr>
              <p:cNvPr id="481" name="组合 480">
                <a:extLst>
                  <a:ext uri="{FF2B5EF4-FFF2-40B4-BE49-F238E27FC236}">
                    <a16:creationId xmlns:a16="http://schemas.microsoft.com/office/drawing/2014/main" id="{EFBA91E0-E8D5-5B27-FA0C-15F58951A8F6}"/>
                  </a:ext>
                </a:extLst>
              </p:cNvPr>
              <p:cNvGrpSpPr/>
              <p:nvPr/>
            </p:nvGrpSpPr>
            <p:grpSpPr>
              <a:xfrm>
                <a:off x="5891050" y="5171737"/>
                <a:ext cx="453543" cy="406680"/>
                <a:chOff x="6316295" y="4416022"/>
                <a:chExt cx="453543" cy="406680"/>
              </a:xfrm>
            </p:grpSpPr>
            <p:sp>
              <p:nvSpPr>
                <p:cNvPr id="484" name="矩形 483">
                  <a:extLst>
                    <a:ext uri="{FF2B5EF4-FFF2-40B4-BE49-F238E27FC236}">
                      <a16:creationId xmlns:a16="http://schemas.microsoft.com/office/drawing/2014/main" id="{6FBF557E-59AD-B615-15D3-7A2CC998B9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16295" y="441602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5" name="矩形 484">
                  <a:extLst>
                    <a:ext uri="{FF2B5EF4-FFF2-40B4-BE49-F238E27FC236}">
                      <a16:creationId xmlns:a16="http://schemas.microsoft.com/office/drawing/2014/main" id="{3B5CB7C5-73AC-4CF6-7491-EB8E3E5B30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3615" y="443936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6" name="矩形 485">
                  <a:extLst>
                    <a:ext uri="{FF2B5EF4-FFF2-40B4-BE49-F238E27FC236}">
                      <a16:creationId xmlns:a16="http://schemas.microsoft.com/office/drawing/2014/main" id="{5080882C-9FC8-ABEB-A8FE-886AF01728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09838" y="446270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82" name="矩形 481">
                <a:extLst>
                  <a:ext uri="{FF2B5EF4-FFF2-40B4-BE49-F238E27FC236}">
                    <a16:creationId xmlns:a16="http://schemas.microsoft.com/office/drawing/2014/main" id="{BFCD196B-C97A-2E08-C343-798137558BA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075914" y="5881330"/>
                <a:ext cx="180000" cy="180476"/>
              </a:xfrm>
              <a:prstGeom prst="rect">
                <a:avLst/>
              </a:prstGeom>
              <a:solidFill>
                <a:srgbClr val="4874CB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83" name="直线箭头连接符 482">
                <a:extLst>
                  <a:ext uri="{FF2B5EF4-FFF2-40B4-BE49-F238E27FC236}">
                    <a16:creationId xmlns:a16="http://schemas.microsoft.com/office/drawing/2014/main" id="{026CF54C-C560-BCC8-9690-387612085002}"/>
                  </a:ext>
                </a:extLst>
              </p:cNvPr>
              <p:cNvCxnSpPr>
                <a:stCxn id="486" idx="2"/>
              </p:cNvCxnSpPr>
              <p:nvPr/>
            </p:nvCxnSpPr>
            <p:spPr>
              <a:xfrm flipH="1">
                <a:off x="6163998" y="5578417"/>
                <a:ext cx="595" cy="25746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  <p:cxnSp>
        <p:nvCxnSpPr>
          <p:cNvPr id="460" name="肘形连接符 459">
            <a:extLst>
              <a:ext uri="{FF2B5EF4-FFF2-40B4-BE49-F238E27FC236}">
                <a16:creationId xmlns:a16="http://schemas.microsoft.com/office/drawing/2014/main" id="{A92A196D-9CCC-2EFE-BC7D-3124202D1CFE}"/>
              </a:ext>
            </a:extLst>
          </p:cNvPr>
          <p:cNvCxnSpPr>
            <a:cxnSpLocks/>
            <a:stCxn id="435" idx="3"/>
            <a:endCxn id="443" idx="1"/>
          </p:cNvCxnSpPr>
          <p:nvPr/>
        </p:nvCxnSpPr>
        <p:spPr>
          <a:xfrm flipV="1">
            <a:off x="5034230" y="1471453"/>
            <a:ext cx="661370" cy="1634726"/>
          </a:xfrm>
          <a:prstGeom prst="bentConnector3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1" name="肘形连接符 460">
            <a:extLst>
              <a:ext uri="{FF2B5EF4-FFF2-40B4-BE49-F238E27FC236}">
                <a16:creationId xmlns:a16="http://schemas.microsoft.com/office/drawing/2014/main" id="{964326A9-BA4D-ACDA-B8A2-50103A248A12}"/>
              </a:ext>
            </a:extLst>
          </p:cNvPr>
          <p:cNvCxnSpPr>
            <a:stCxn id="435" idx="3"/>
            <a:endCxn id="452" idx="1"/>
          </p:cNvCxnSpPr>
          <p:nvPr/>
        </p:nvCxnSpPr>
        <p:spPr>
          <a:xfrm>
            <a:off x="5034230" y="3106179"/>
            <a:ext cx="710465" cy="1499178"/>
          </a:xfrm>
          <a:prstGeom prst="bentConnector3">
            <a:avLst>
              <a:gd name="adj1" fmla="val 46522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圆角矩形 461">
                <a:extLst>
                  <a:ext uri="{FF2B5EF4-FFF2-40B4-BE49-F238E27FC236}">
                    <a16:creationId xmlns:a16="http://schemas.microsoft.com/office/drawing/2014/main" id="{20F1EEA5-9BC6-2EE0-ADD2-52A7FE223DBC}"/>
                  </a:ext>
                </a:extLst>
              </p:cNvPr>
              <p:cNvSpPr/>
              <p:nvPr/>
            </p:nvSpPr>
            <p:spPr>
              <a:xfrm>
                <a:off x="10524648" y="1897004"/>
                <a:ext cx="1336585" cy="616849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xmlns:a="http://schemas.openxmlformats.org/drawingml/2006/main"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xmlns:a="http://schemas.openxmlformats.org/drawingml/2006/main"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xmlns:a="http://schemas.openxmlformats.org/drawingml/2006/main"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𝑖𝑛𝑡𝑟𝑎</m:t>
                          </m:r>
                        </m:sub>
                      </m:sSub>
                    </m:oMath>
                  </m:oMathPara>
                </a14:m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62" name="圆角矩形 461">
                <a:extLst>
                  <a:ext uri="{FF2B5EF4-FFF2-40B4-BE49-F238E27FC236}">
                    <a16:creationId xmlns:a16="http://schemas.microsoft.com/office/drawing/2014/main" id="{20F1EEA5-9BC6-2EE0-ADD2-52A7FE223D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648" y="1897004"/>
                <a:ext cx="1336585" cy="616849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圆角矩形 462">
                <a:extLst>
                  <a:ext uri="{FF2B5EF4-FFF2-40B4-BE49-F238E27FC236}">
                    <a16:creationId xmlns:a16="http://schemas.microsoft.com/office/drawing/2014/main" id="{0EDB9BD8-4659-2ACD-5B75-DE3A21039D46}"/>
                  </a:ext>
                </a:extLst>
              </p:cNvPr>
              <p:cNvSpPr/>
              <p:nvPr/>
            </p:nvSpPr>
            <p:spPr>
              <a:xfrm rot="16200000">
                <a:off x="8131901" y="2500264"/>
                <a:ext cx="2988444" cy="931560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Differentiable Kendall's Tau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xmlns:a="http://schemas.openxmlformats.org/drawingml/2006/main" kumimoji="1" lang="zh-CN" altLang="en-US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𝜏</m:t>
                    </m:r>
                    <m:r>
                      <a:rPr xmlns:a="http://schemas.openxmlformats.org/drawingml/2006/main" kumimoji="1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(Eq.22)</a:t>
                </a:r>
              </a:p>
            </p:txBody>
          </p:sp>
        </mc:Choice>
        <mc:Fallback>
          <p:sp>
            <p:nvSpPr>
              <p:cNvPr id="463" name="圆角矩形 462">
                <a:extLst>
                  <a:ext uri="{FF2B5EF4-FFF2-40B4-BE49-F238E27FC236}">
                    <a16:creationId xmlns:a16="http://schemas.microsoft.com/office/drawing/2014/main" id="{0EDB9BD8-4659-2ACD-5B75-DE3A21039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131901" y="2500264"/>
                <a:ext cx="2988444" cy="931560"/>
              </a:xfrm>
              <a:prstGeom prst="roundRect">
                <a:avLst/>
              </a:prstGeom>
              <a:blipFill>
                <a:blip r:embed="rId21"/>
                <a:stretch>
                  <a:fillRect r="-9333"/>
                </a:stretch>
              </a:blip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4" name="圆角矩形 463">
                <a:extLst>
                  <a:ext uri="{FF2B5EF4-FFF2-40B4-BE49-F238E27FC236}">
                    <a16:creationId xmlns:a16="http://schemas.microsoft.com/office/drawing/2014/main" id="{6DE955F8-BC80-6912-F95F-F48F496B51DD}"/>
                  </a:ext>
                </a:extLst>
              </p:cNvPr>
              <p:cNvSpPr/>
              <p:nvPr/>
            </p:nvSpPr>
            <p:spPr>
              <a:xfrm>
                <a:off x="10524648" y="3502630"/>
                <a:ext cx="1336585" cy="616849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xmlns:a="http://schemas.openxmlformats.org/drawingml/2006/main"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xmlns:a="http://schemas.openxmlformats.org/drawingml/2006/main"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xmlns:a="http://schemas.openxmlformats.org/drawingml/2006/main"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𝑖𝑛𝑡𝑒𝑟</m:t>
                          </m:r>
                        </m:sub>
                      </m:sSub>
                    </m:oMath>
                  </m:oMathPara>
                </a14:m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64" name="圆角矩形 463">
                <a:extLst>
                  <a:ext uri="{FF2B5EF4-FFF2-40B4-BE49-F238E27FC236}">
                    <a16:creationId xmlns:a16="http://schemas.microsoft.com/office/drawing/2014/main" id="{6DE955F8-BC80-6912-F95F-F48F496B5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648" y="3502630"/>
                <a:ext cx="1336585" cy="616849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5" name="直线箭头连接符 464">
            <a:extLst>
              <a:ext uri="{FF2B5EF4-FFF2-40B4-BE49-F238E27FC236}">
                <a16:creationId xmlns:a16="http://schemas.microsoft.com/office/drawing/2014/main" id="{9AF0E9EB-B0EA-8B91-0B66-1E80FE4A1767}"/>
              </a:ext>
            </a:extLst>
          </p:cNvPr>
          <p:cNvCxnSpPr>
            <a:endCxn id="462" idx="1"/>
          </p:cNvCxnSpPr>
          <p:nvPr/>
        </p:nvCxnSpPr>
        <p:spPr>
          <a:xfrm>
            <a:off x="10088637" y="2205428"/>
            <a:ext cx="436011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6" name="直线箭头连接符 465">
            <a:extLst>
              <a:ext uri="{FF2B5EF4-FFF2-40B4-BE49-F238E27FC236}">
                <a16:creationId xmlns:a16="http://schemas.microsoft.com/office/drawing/2014/main" id="{08141F09-1D5A-409B-16E5-17C299D01346}"/>
              </a:ext>
            </a:extLst>
          </p:cNvPr>
          <p:cNvCxnSpPr>
            <a:cxnSpLocks/>
            <a:endCxn id="464" idx="1"/>
          </p:cNvCxnSpPr>
          <p:nvPr/>
        </p:nvCxnSpPr>
        <p:spPr>
          <a:xfrm>
            <a:off x="10088637" y="3811054"/>
            <a:ext cx="436011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7" name="肘形连接符 466">
            <a:extLst>
              <a:ext uri="{FF2B5EF4-FFF2-40B4-BE49-F238E27FC236}">
                <a16:creationId xmlns:a16="http://schemas.microsoft.com/office/drawing/2014/main" id="{9C26F399-8063-966D-1C90-3BAFF3A71551}"/>
              </a:ext>
            </a:extLst>
          </p:cNvPr>
          <p:cNvCxnSpPr>
            <a:cxnSpLocks/>
            <a:stCxn id="443" idx="3"/>
            <a:endCxn id="463" idx="0"/>
          </p:cNvCxnSpPr>
          <p:nvPr/>
        </p:nvCxnSpPr>
        <p:spPr>
          <a:xfrm>
            <a:off x="8547354" y="1471453"/>
            <a:ext cx="612989" cy="1494591"/>
          </a:xfrm>
          <a:prstGeom prst="bentConnector5">
            <a:avLst>
              <a:gd name="adj1" fmla="val 37293"/>
              <a:gd name="adj2" fmla="val 100079"/>
              <a:gd name="adj3" fmla="val 62707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8" name="肘形连接符 467">
            <a:extLst>
              <a:ext uri="{FF2B5EF4-FFF2-40B4-BE49-F238E27FC236}">
                <a16:creationId xmlns:a16="http://schemas.microsoft.com/office/drawing/2014/main" id="{24E84613-4EC0-6A11-2022-5AEB5B551A9B}"/>
              </a:ext>
            </a:extLst>
          </p:cNvPr>
          <p:cNvCxnSpPr>
            <a:cxnSpLocks/>
            <a:stCxn id="452" idx="3"/>
            <a:endCxn id="463" idx="0"/>
          </p:cNvCxnSpPr>
          <p:nvPr/>
        </p:nvCxnSpPr>
        <p:spPr>
          <a:xfrm flipV="1">
            <a:off x="8547354" y="2966044"/>
            <a:ext cx="612989" cy="1639313"/>
          </a:xfrm>
          <a:prstGeom prst="bentConnector5">
            <a:avLst>
              <a:gd name="adj1" fmla="val 37293"/>
              <a:gd name="adj2" fmla="val 100003"/>
              <a:gd name="adj3" fmla="val 62707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9" name="直线箭头连接符 468">
            <a:extLst>
              <a:ext uri="{FF2B5EF4-FFF2-40B4-BE49-F238E27FC236}">
                <a16:creationId xmlns:a16="http://schemas.microsoft.com/office/drawing/2014/main" id="{9F875C4D-9082-1A5B-26F6-DC1D88F3F165}"/>
              </a:ext>
            </a:extLst>
          </p:cNvPr>
          <p:cNvCxnSpPr>
            <a:stCxn id="462" idx="2"/>
            <a:endCxn id="464" idx="0"/>
          </p:cNvCxnSpPr>
          <p:nvPr/>
        </p:nvCxnSpPr>
        <p:spPr>
          <a:xfrm>
            <a:off x="11192941" y="2513853"/>
            <a:ext cx="0" cy="98877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圆角矩形 469">
                <a:extLst>
                  <a:ext uri="{FF2B5EF4-FFF2-40B4-BE49-F238E27FC236}">
                    <a16:creationId xmlns:a16="http://schemas.microsoft.com/office/drawing/2014/main" id="{98FF0696-D3CD-B3E4-6E0C-23EB43BA4EE3}"/>
                  </a:ext>
                </a:extLst>
              </p:cNvPr>
              <p:cNvSpPr/>
              <p:nvPr/>
            </p:nvSpPr>
            <p:spPr>
              <a:xfrm>
                <a:off x="9160343" y="4935730"/>
                <a:ext cx="2700891" cy="616849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ratr</m:t>
                        </m:r>
                      </m:sub>
                    </m:sSub>
                  </m:oMath>
                </a14:m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(Eq.25)</a:t>
                </a:r>
              </a:p>
            </p:txBody>
          </p:sp>
        </mc:Choice>
        <mc:Fallback>
          <p:sp>
            <p:nvSpPr>
              <p:cNvPr id="470" name="圆角矩形 469">
                <a:extLst>
                  <a:ext uri="{FF2B5EF4-FFF2-40B4-BE49-F238E27FC236}">
                    <a16:creationId xmlns:a16="http://schemas.microsoft.com/office/drawing/2014/main" id="{98FF0696-D3CD-B3E4-6E0C-23EB43BA4E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343" y="4935730"/>
                <a:ext cx="2700891" cy="616849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1" name="肘形连接符 470">
            <a:extLst>
              <a:ext uri="{FF2B5EF4-FFF2-40B4-BE49-F238E27FC236}">
                <a16:creationId xmlns:a16="http://schemas.microsoft.com/office/drawing/2014/main" id="{7CFF96EE-D091-15AF-219F-C3185CA4E6B9}"/>
              </a:ext>
            </a:extLst>
          </p:cNvPr>
          <p:cNvCxnSpPr>
            <a:cxnSpLocks/>
            <a:stCxn id="464" idx="2"/>
            <a:endCxn id="470" idx="0"/>
          </p:cNvCxnSpPr>
          <p:nvPr/>
        </p:nvCxnSpPr>
        <p:spPr>
          <a:xfrm rot="5400000">
            <a:off x="10443740" y="4186528"/>
            <a:ext cx="816251" cy="682152"/>
          </a:xfrm>
          <a:prstGeom prst="bentConnector3">
            <a:avLst>
              <a:gd name="adj1" fmla="val 70829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2" name="肘形连接符 471">
            <a:extLst>
              <a:ext uri="{FF2B5EF4-FFF2-40B4-BE49-F238E27FC236}">
                <a16:creationId xmlns:a16="http://schemas.microsoft.com/office/drawing/2014/main" id="{796AABBA-6E8D-E70D-4526-70DE8E862990}"/>
              </a:ext>
            </a:extLst>
          </p:cNvPr>
          <p:cNvCxnSpPr>
            <a:cxnSpLocks/>
            <a:stCxn id="463" idx="1"/>
            <a:endCxn id="470" idx="0"/>
          </p:cNvCxnSpPr>
          <p:nvPr/>
        </p:nvCxnSpPr>
        <p:spPr>
          <a:xfrm rot="16200000" flipH="1">
            <a:off x="9830724" y="4255665"/>
            <a:ext cx="475464" cy="88466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3" name="文本框 472">
                <a:extLst>
                  <a:ext uri="{FF2B5EF4-FFF2-40B4-BE49-F238E27FC236}">
                    <a16:creationId xmlns:a16="http://schemas.microsoft.com/office/drawing/2014/main" id="{FB7B6E9B-2348-DE81-3931-E95AF4E030FD}"/>
                  </a:ext>
                </a:extLst>
              </p:cNvPr>
              <p:cNvSpPr txBox="1"/>
              <p:nvPr/>
            </p:nvSpPr>
            <p:spPr>
              <a:xfrm>
                <a:off x="9451052" y="5720411"/>
                <a:ext cx="2235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𝑖𝑛𝑡𝑟𝑎</m:t>
                          </m:r>
                        </m:sub>
                      </m:sSub>
                      <m:r>
                        <m:rPr>
                          <m:nor/>
                        </m:rPr>
                        <a:rPr xmlns:a="http://schemas.openxmlformats.org/drawingml/2006/main" kumimoji="0" lang="en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微软雅黑" panose="020B0503020204020204" pitchFamily="34" charset="-122"/>
                        </a:rPr>
                        <m:t>= 1.0,</m:t>
                      </m:r>
                      <m:sSub>
                        <m:sSubPr>
                          <m:ctrlP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xmlns:a="http://schemas.openxmlformats.org/drawingml/2006/main" kumimoji="1" lang="zh-CN" altLang="en-US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𝑖𝑛𝑡</m:t>
                          </m:r>
                          <m:r>
                            <m:rPr>
                              <m:sty m:val="p"/>
                            </m:rPr>
                            <a:rPr xmlns:a="http://schemas.openxmlformats.org/drawingml/2006/main"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er</m:t>
                          </m:r>
                        </m:sub>
                      </m:sSub>
                      <m:r>
                        <m:rPr>
                          <m:nor/>
                        </m:rPr>
                        <a:rPr xmlns:a="http://schemas.openxmlformats.org/drawingml/2006/main" kumimoji="0" lang="en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微软雅黑" panose="020B0503020204020204" pitchFamily="34" charset="-122"/>
                        </a:rPr>
                        <m:t>= 0.5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73" name="文本框 472">
                <a:extLst>
                  <a:ext uri="{FF2B5EF4-FFF2-40B4-BE49-F238E27FC236}">
                    <a16:creationId xmlns:a16="http://schemas.microsoft.com/office/drawing/2014/main" id="{FB7B6E9B-2348-DE81-3931-E95AF4E03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052" y="5720411"/>
                <a:ext cx="2235356" cy="276999"/>
              </a:xfrm>
              <a:prstGeom prst="rect">
                <a:avLst/>
              </a:prstGeom>
              <a:blipFill>
                <a:blip r:embed="rId24"/>
                <a:stretch>
                  <a:fillRect l="-2260" t="-17391" r="-2260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4" name="左中括号 473">
            <a:extLst>
              <a:ext uri="{FF2B5EF4-FFF2-40B4-BE49-F238E27FC236}">
                <a16:creationId xmlns:a16="http://schemas.microsoft.com/office/drawing/2014/main" id="{4166F8E3-4E1F-A6EB-D0EC-7287DFE3B104}"/>
              </a:ext>
            </a:extLst>
          </p:cNvPr>
          <p:cNvSpPr/>
          <p:nvPr/>
        </p:nvSpPr>
        <p:spPr>
          <a:xfrm>
            <a:off x="145597" y="118792"/>
            <a:ext cx="3984936" cy="6620416"/>
          </a:xfrm>
          <a:prstGeom prst="leftBracke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tailEnd type="non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8A46F873-107D-EE36-8A2E-757E11D60D78}"/>
              </a:ext>
            </a:extLst>
          </p:cNvPr>
          <p:cNvSpPr txBox="1"/>
          <p:nvPr/>
        </p:nvSpPr>
        <p:spPr>
          <a:xfrm>
            <a:off x="3846038" y="-15298"/>
            <a:ext cx="449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Training Only — disabled at inference</a:t>
            </a:r>
          </a:p>
        </p:txBody>
      </p:sp>
      <p:sp>
        <p:nvSpPr>
          <p:cNvPr id="476" name="左中括号 475">
            <a:extLst>
              <a:ext uri="{FF2B5EF4-FFF2-40B4-BE49-F238E27FC236}">
                <a16:creationId xmlns:a16="http://schemas.microsoft.com/office/drawing/2014/main" id="{23EB77AD-6D67-8494-E5E0-2265CC28FA0C}"/>
              </a:ext>
            </a:extLst>
          </p:cNvPr>
          <p:cNvSpPr/>
          <p:nvPr/>
        </p:nvSpPr>
        <p:spPr>
          <a:xfrm rot="10800000">
            <a:off x="8103757" y="118792"/>
            <a:ext cx="3984936" cy="6620416"/>
          </a:xfrm>
          <a:prstGeom prst="leftBracke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tailEnd type="non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77" name="文本框 476">
            <a:extLst>
              <a:ext uri="{FF2B5EF4-FFF2-40B4-BE49-F238E27FC236}">
                <a16:creationId xmlns:a16="http://schemas.microsoft.com/office/drawing/2014/main" id="{11B79221-6502-F3E0-ADF4-EA8EA557D2A7}"/>
              </a:ext>
            </a:extLst>
          </p:cNvPr>
          <p:cNvSpPr txBox="1"/>
          <p:nvPr/>
        </p:nvSpPr>
        <p:spPr>
          <a:xfrm>
            <a:off x="3933474" y="6488668"/>
            <a:ext cx="449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Training Only — disabled at inference</a:t>
            </a:r>
          </a:p>
        </p:txBody>
      </p:sp>
    </p:spTree>
    <p:extLst>
      <p:ext uri="{BB962C8B-B14F-4D97-AF65-F5344CB8AC3E}">
        <p14:creationId xmlns:p14="http://schemas.microsoft.com/office/powerpoint/2010/main" val="1234987221"/>
      </p:ext>
    </p:extLst>
  </p:cSld>
  <p:clrMapOvr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</Words>
  <Application>Microsoft Macintosh PowerPoint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a1468</dc:creator>
  <cp:lastModifiedBy>a1468</cp:lastModifiedBy>
  <cp:revision>3</cp:revision>
  <dcterms:created xsi:type="dcterms:W3CDTF">2026-05-02T13:26:06Z</dcterms:created>
  <dcterms:modified xsi:type="dcterms:W3CDTF">2026-05-10T15:26:18Z</dcterms:modified>
</cp:coreProperties>
</file>