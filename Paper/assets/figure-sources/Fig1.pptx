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704" userDrawn="1">
          <p15:clr>
            <a:srgbClr val="A4A3A4"/>
          </p15:clr>
        </p15:guide>
        <p15:guide id="2" pos="89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418"/>
    <p:restoredTop sz="94685"/>
  </p:normalViewPr>
  <p:slideViewPr>
    <p:cSldViewPr>
      <p:cViewPr>
        <p:scale>
          <a:sx n="117" d="100"/>
          <a:sy n="117" d="100"/>
        </p:scale>
        <p:origin x="216" y="264"/>
      </p:cViewPr>
      <p:guideLst>
        <p:guide orient="horz" pos="2704"/>
        <p:guide pos="89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A3F598E-A914-5A86-B095-CD2E169F0E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DD689FE-0E58-B14A-A9DC-2162DE7E45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D81309C-8848-C0F4-6677-A77D907B65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A622DB-A3EB-114D-8382-60113EACD294}" type="datetimeFigureOut">
              <a:t>2026/5/10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4867215-A2FC-3CC9-82E2-A8D60904E0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4548B2F-61E3-4BB5-E55C-B347C3F4AA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4C96E-7B1F-274A-A082-071ECB08CF3F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515797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68AF01B-AE2C-05FD-B593-26E48CF9D8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4429D16-9011-7E77-D826-496021E302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829DA63-73CF-A182-770E-4291E9AE20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A622DB-A3EB-114D-8382-60113EACD294}" type="datetimeFigureOut">
              <a:t>2026/5/10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EA22C58-C4DD-A4D4-CD7F-F41237EDAB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218E4EC-2E84-50E2-87BF-26C517FA62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4C96E-7B1F-274A-A082-071ECB08CF3F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614429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2A27CE1-D972-8166-35BD-E2E17B9529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4FF07FA-F224-4630-5D6D-FA310D6C13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43FD093-FC60-60F6-E8CC-1C5B06CEC4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A622DB-A3EB-114D-8382-60113EACD294}" type="datetimeFigureOut">
              <a:t>2026/5/10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B53AADC-79D9-4DB1-A4B7-D2F6F6353A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2317660-D3B7-7A22-5186-20053F361A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4C96E-7B1F-274A-A082-071ECB08CF3F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9338761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C1E86ED-5F6B-053D-0990-3D49094808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A284966-83BD-516B-17F0-F5925EECB2E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2D22363-10A0-F637-4D5C-52E0618E0A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3FBABCA-81DC-3ADD-1F23-25CBE4A19D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A622DB-A3EB-114D-8382-60113EACD294}" type="datetimeFigureOut">
              <a:t>2026/5/10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6453663-E02C-14CA-D749-2AD25EBA4B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CACAE64-F9BE-6867-9092-DCDD8F1455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4C96E-7B1F-274A-A082-071ECB08CF3F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8684426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F23A6F-EC94-DF43-3B98-53D5388137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5CCADCF-D7B1-3605-C2E9-0D5532D3DE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2DADC2A-EB22-CC7B-C588-6790913ADF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5DCCE488-C7B7-7789-DD30-ED523A7B77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BD167111-45D8-DDFE-C8D3-6FE202BC457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F4BAE13E-AF27-3ECF-4C5B-D05108C4D5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A622DB-A3EB-114D-8382-60113EACD294}" type="datetimeFigureOut">
              <a:t>2026/5/10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00A30722-BEE1-9975-4DDE-1649A57B9A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865FC4EA-1FF2-A2D7-3ED1-CC8B37E800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4C96E-7B1F-274A-A082-071ECB08CF3F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361831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EFB58D8-6BF4-2D9A-E327-13520630D5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1F0966D5-BD1B-2AB0-AD2F-7C107C53BB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A622DB-A3EB-114D-8382-60113EACD294}" type="datetimeFigureOut">
              <a:t>2026/5/10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3FA4217-BAB7-4077-CF63-4A4AB6CBBC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65B5703-69E3-7980-A678-75861E563A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4C96E-7B1F-274A-A082-071ECB08CF3F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25039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2825746-1CC1-A888-72D2-9D11EF19ED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A622DB-A3EB-114D-8382-60113EACD294}" type="datetimeFigureOut">
              <a:t>2026/5/10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92242CBD-63CB-EC72-5795-39D7D513D6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ED88B96-5D3F-3440-DF72-80A0E37401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4C96E-7B1F-274A-A082-071ECB08CF3F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294315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080FCF6-CB9F-FFE9-7661-33F6154490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037C6A5-D70B-E534-A67F-2A196EFEA8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68D3A1E-CFEF-EDB9-1CDD-80D006BCA0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B4902AD-F6D1-AA75-552F-04D084F7C5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A622DB-A3EB-114D-8382-60113EACD294}" type="datetimeFigureOut">
              <a:t>2026/5/10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88DDB4D-D527-B207-0FB3-1360923CBB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1C69074-71EB-C855-6306-06C95C4DEF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4C96E-7B1F-274A-A082-071ECB08CF3F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205205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107DA60-7A05-A44E-8BCE-35A0AF22CC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179CBB4E-E9EF-88DC-D766-A2C7EE70C15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6D2C6BF-CD91-C814-32BD-16BD75956C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DE74F03-30B6-781E-3EF7-B0FBEA6DEB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A622DB-A3EB-114D-8382-60113EACD294}" type="datetimeFigureOut">
              <a:t>2026/5/10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845CBBE-40C1-94CF-326C-B9C367D987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183B0AF-B17F-5D06-4AC9-24D2C42D3F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4C96E-7B1F-274A-A082-071ECB08CF3F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661311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BC5BDDF-C20A-5ABF-712A-7F5FBE3131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D3713ED-7AFD-F3DD-40A8-C78543FEF3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595615A-83C5-974B-0523-27D1BB233F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A622DB-A3EB-114D-8382-60113EACD294}" type="datetimeFigureOut">
              <a:t>2026/5/10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A419292-9B62-3776-1C6E-2DBBE939EC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F7BE8B4-1963-1DA7-DABF-2E5CEA58FF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4C96E-7B1F-274A-A082-071ECB08CF3F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08582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32C01AAE-3621-9E9D-34B9-16383850B75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C772B19-E348-A773-228D-670EEAF167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A29049D-CC61-4A78-121C-FF9DA90B23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A622DB-A3EB-114D-8382-60113EACD294}" type="datetimeFigureOut">
              <a:t>2026/5/10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1C3FCC3-FDB2-577E-0C8B-A445A9A357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F2647CD-D2E9-D54B-8E9B-3781DE7EEB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4C96E-7B1F-274A-A082-071ECB08CF3F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1367265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CCF813EC-79ED-F495-4BA6-097E0CC113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F37D955-B7DC-2C41-3603-F8A73AC857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F40A751-F4B9-C558-956D-7A2B8ED1AB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2A622DB-A3EB-114D-8382-60113EACD294}" type="datetimeFigureOut">
              <a:t>2026/5/10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9BA8453-F046-42E2-DE3F-40F20AA581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B70ECE3-34FE-8067-A926-A09ED5EF11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BA4C96E-7B1F-274A-A082-071ECB08CF3F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48810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9" name="肘形连接符 118">
            <a:extLst>
              <a:ext uri="{FF2B5EF4-FFF2-40B4-BE49-F238E27FC236}">
                <a16:creationId xmlns:a16="http://schemas.microsoft.com/office/drawing/2014/main" id="{1A4757C0-6310-EBCF-4188-99A48685E0EB}"/>
              </a:ext>
            </a:extLst>
          </p:cNvPr>
          <p:cNvCxnSpPr>
            <a:cxnSpLocks/>
            <a:stCxn id="159" idx="0"/>
            <a:endCxn id="162" idx="0"/>
          </p:cNvCxnSpPr>
          <p:nvPr/>
        </p:nvCxnSpPr>
        <p:spPr>
          <a:xfrm rot="5400000" flipH="1" flipV="1">
            <a:off x="2340039" y="-622640"/>
            <a:ext cx="1347884" cy="3872149"/>
          </a:xfrm>
          <a:prstGeom prst="bentConnector3">
            <a:avLst>
              <a:gd name="adj1" fmla="val 118849"/>
            </a:avLst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grpSp>
        <p:nvGrpSpPr>
          <p:cNvPr id="120" name="组合 119">
            <a:extLst>
              <a:ext uri="{FF2B5EF4-FFF2-40B4-BE49-F238E27FC236}">
                <a16:creationId xmlns:a16="http://schemas.microsoft.com/office/drawing/2014/main" id="{2631B0C9-8ADF-B83C-6829-A94740E0E4A8}"/>
              </a:ext>
            </a:extLst>
          </p:cNvPr>
          <p:cNvGrpSpPr/>
          <p:nvPr/>
        </p:nvGrpSpPr>
        <p:grpSpPr>
          <a:xfrm>
            <a:off x="3020042" y="2794324"/>
            <a:ext cx="5353887" cy="881169"/>
            <a:chOff x="2627596" y="3312599"/>
            <a:chExt cx="4999414" cy="819808"/>
          </a:xfrm>
        </p:grpSpPr>
        <p:sp>
          <p:nvSpPr>
            <p:cNvPr id="168" name="圆角矩形 167">
              <a:extLst>
                <a:ext uri="{FF2B5EF4-FFF2-40B4-BE49-F238E27FC236}">
                  <a16:creationId xmlns:a16="http://schemas.microsoft.com/office/drawing/2014/main" id="{B864E29E-2AE7-32A6-A35E-D5BD85E87AF6}"/>
                </a:ext>
              </a:extLst>
            </p:cNvPr>
            <p:cNvSpPr/>
            <p:nvPr/>
          </p:nvSpPr>
          <p:spPr>
            <a:xfrm>
              <a:off x="2627596" y="3312599"/>
              <a:ext cx="4999414" cy="819808"/>
            </a:xfrm>
            <a:prstGeom prst="roundRect">
              <a:avLst/>
            </a:prstGeom>
            <a:solidFill>
              <a:srgbClr val="EF9A9A">
                <a:alpha val="50000"/>
              </a:srgbClr>
            </a:solidFill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100" b="1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169" name="矩形: 圆角 593">
              <a:extLst>
                <a:ext uri="{FF2B5EF4-FFF2-40B4-BE49-F238E27FC236}">
                  <a16:creationId xmlns:a16="http://schemas.microsoft.com/office/drawing/2014/main" id="{0C9EF9A9-0444-8B6C-38BF-5458701C2EFA}"/>
                </a:ext>
              </a:extLst>
            </p:cNvPr>
            <p:cNvSpPr/>
            <p:nvPr/>
          </p:nvSpPr>
          <p:spPr>
            <a:xfrm>
              <a:off x="2816682" y="3471855"/>
              <a:ext cx="903550" cy="507358"/>
            </a:xfrm>
            <a:prstGeom prst="roundRect">
              <a:avLst/>
            </a:prstGeom>
            <a:solidFill>
              <a:srgbClr val="E3F2FD"/>
            </a:solidFill>
            <a:ln w="12700" cap="flat" cmpd="sng" algn="ctr">
              <a:solidFill>
                <a:srgbClr val="1565C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100" b="1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  <a:ea typeface="微软雅黑" panose="020B0503020204020204" pitchFamily="34" charset="-122"/>
                  <a:cs typeface="Arial" panose="020B0604020202020204" pitchFamily="34" charset="0"/>
                </a:rPr>
                <a:t>Flow</a:t>
              </a:r>
              <a:r>
                <a:rPr kumimoji="0" lang="zh-CN" altLang="en-US" sz="1100" b="1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  <a:ea typeface="微软雅黑" panose="020B0503020204020204" pitchFamily="34" charset="-122"/>
                  <a:cs typeface="Arial" panose="020B0604020202020204" pitchFamily="34" charset="0"/>
                </a:rPr>
                <a:t> </a:t>
              </a:r>
              <a:r>
                <a:rPr kumimoji="0" lang="en-US" altLang="zh-CN" sz="1100" b="1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  <a:ea typeface="微软雅黑" panose="020B0503020204020204" pitchFamily="34" charset="-122"/>
                  <a:cs typeface="Arial" panose="020B0604020202020204" pitchFamily="34" charset="0"/>
                </a:rPr>
                <a:t>Warp</a:t>
              </a:r>
              <a:endParaRPr kumimoji="0" lang="zh-CN" altLang="en-US" sz="1100" b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170" name="矩形: 圆角 593">
              <a:extLst>
                <a:ext uri="{FF2B5EF4-FFF2-40B4-BE49-F238E27FC236}">
                  <a16:creationId xmlns:a16="http://schemas.microsoft.com/office/drawing/2014/main" id="{9D6CB8AB-4046-6506-868A-39F1CBA7683B}"/>
                </a:ext>
              </a:extLst>
            </p:cNvPr>
            <p:cNvSpPr/>
            <p:nvPr/>
          </p:nvSpPr>
          <p:spPr>
            <a:xfrm>
              <a:off x="3931795" y="3471855"/>
              <a:ext cx="1003608" cy="507358"/>
            </a:xfrm>
            <a:prstGeom prst="roundRect">
              <a:avLst/>
            </a:prstGeom>
            <a:solidFill>
              <a:srgbClr val="E3F2FD"/>
            </a:solidFill>
            <a:ln w="12700" cap="flat" cmpd="sng" algn="ctr">
              <a:solidFill>
                <a:srgbClr val="1565C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100" b="1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  <a:ea typeface="微软雅黑" panose="020B0503020204020204" pitchFamily="34" charset="-122"/>
                  <a:cs typeface="Arial" panose="020B0604020202020204" pitchFamily="34" charset="0"/>
                </a:rPr>
                <a:t>Gated</a:t>
              </a:r>
              <a:r>
                <a:rPr kumimoji="0" lang="zh-CN" altLang="en-US" sz="1100" b="1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  <a:ea typeface="微软雅黑" panose="020B0503020204020204" pitchFamily="34" charset="-122"/>
                  <a:cs typeface="Arial" panose="020B0604020202020204" pitchFamily="34" charset="0"/>
                </a:rPr>
                <a:t> </a:t>
              </a:r>
              <a:r>
                <a:rPr kumimoji="0" lang="en-US" altLang="zh-CN" sz="1100" b="1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  <a:ea typeface="微软雅黑" panose="020B0503020204020204" pitchFamily="34" charset="-122"/>
                  <a:cs typeface="Arial" panose="020B0604020202020204" pitchFamily="34" charset="0"/>
                </a:rPr>
                <a:t>DCN</a:t>
              </a:r>
              <a:r>
                <a:rPr kumimoji="0" lang="zh-CN" altLang="en-US" sz="1100" b="1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  <a:ea typeface="微软雅黑" panose="020B0503020204020204" pitchFamily="34" charset="-122"/>
                  <a:cs typeface="Arial" panose="020B0604020202020204" pitchFamily="34" charset="0"/>
                </a:rPr>
                <a:t> </a:t>
              </a:r>
              <a:r>
                <a:rPr kumimoji="0" lang="en-US" altLang="zh-CN" sz="1100" b="1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  <a:ea typeface="微软雅黑" panose="020B0503020204020204" pitchFamily="34" charset="-122"/>
                  <a:cs typeface="Arial" panose="020B0604020202020204" pitchFamily="34" charset="0"/>
                </a:rPr>
                <a:t>Alignment</a:t>
              </a:r>
              <a:endParaRPr kumimoji="0" lang="zh-CN" altLang="en-US" sz="1100" b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cxnSp>
          <p:nvCxnSpPr>
            <p:cNvPr id="171" name="直线箭头连接符 170">
              <a:extLst>
                <a:ext uri="{FF2B5EF4-FFF2-40B4-BE49-F238E27FC236}">
                  <a16:creationId xmlns:a16="http://schemas.microsoft.com/office/drawing/2014/main" id="{F2076402-1152-0AC8-172C-BC4F5EFA6EBD}"/>
                </a:ext>
              </a:extLst>
            </p:cNvPr>
            <p:cNvCxnSpPr>
              <a:cxnSpLocks/>
              <a:stCxn id="169" idx="3"/>
              <a:endCxn id="170" idx="1"/>
            </p:cNvCxnSpPr>
            <p:nvPr/>
          </p:nvCxnSpPr>
          <p:spPr>
            <a:xfrm>
              <a:off x="3720232" y="3725534"/>
              <a:ext cx="211563" cy="0"/>
            </a:xfrm>
            <a:prstGeom prst="straightConnector1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solid"/>
              <a:miter lim="800000"/>
              <a:tailEnd type="triangle" w="sm" len="med"/>
            </a:ln>
            <a:effectLst/>
          </p:spPr>
        </p:cxnSp>
        <p:sp>
          <p:nvSpPr>
            <p:cNvPr id="172" name="矩形: 圆角 593">
              <a:extLst>
                <a:ext uri="{FF2B5EF4-FFF2-40B4-BE49-F238E27FC236}">
                  <a16:creationId xmlns:a16="http://schemas.microsoft.com/office/drawing/2014/main" id="{1C815DEB-6169-BD2C-1BF6-72CC51E1A224}"/>
                </a:ext>
              </a:extLst>
            </p:cNvPr>
            <p:cNvSpPr/>
            <p:nvPr/>
          </p:nvSpPr>
          <p:spPr>
            <a:xfrm>
              <a:off x="5127303" y="3468824"/>
              <a:ext cx="1206967" cy="507358"/>
            </a:xfrm>
            <a:prstGeom prst="roundRect">
              <a:avLst/>
            </a:prstGeom>
            <a:solidFill>
              <a:srgbClr val="E3F2FD"/>
            </a:solidFill>
            <a:ln w="12700" cap="flat" cmpd="sng" algn="ctr">
              <a:solidFill>
                <a:srgbClr val="1565C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100" b="1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  <a:ea typeface="微软雅黑" panose="020B0503020204020204" pitchFamily="34" charset="-122"/>
                  <a:cs typeface="Arial" panose="020B0604020202020204" pitchFamily="34" charset="0"/>
                </a:rPr>
                <a:t>SSM Spatial Refinement</a:t>
              </a:r>
            </a:p>
          </p:txBody>
        </p:sp>
        <p:cxnSp>
          <p:nvCxnSpPr>
            <p:cNvPr id="173" name="直线箭头连接符 172">
              <a:extLst>
                <a:ext uri="{FF2B5EF4-FFF2-40B4-BE49-F238E27FC236}">
                  <a16:creationId xmlns:a16="http://schemas.microsoft.com/office/drawing/2014/main" id="{E1AF9901-F9F9-0007-490D-E0A57CB24DC6}"/>
                </a:ext>
              </a:extLst>
            </p:cNvPr>
            <p:cNvCxnSpPr>
              <a:cxnSpLocks/>
              <a:stCxn id="170" idx="3"/>
              <a:endCxn id="172" idx="1"/>
            </p:cNvCxnSpPr>
            <p:nvPr/>
          </p:nvCxnSpPr>
          <p:spPr>
            <a:xfrm flipV="1">
              <a:off x="4935403" y="3722503"/>
              <a:ext cx="191900" cy="3031"/>
            </a:xfrm>
            <a:prstGeom prst="straightConnector1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solid"/>
              <a:miter lim="800000"/>
              <a:tailEnd type="triangle" w="sm" len="med"/>
            </a:ln>
            <a:effectLst/>
          </p:spPr>
        </p:cxnSp>
        <p:sp>
          <p:nvSpPr>
            <p:cNvPr id="174" name="矩形: 圆角 593">
              <a:extLst>
                <a:ext uri="{FF2B5EF4-FFF2-40B4-BE49-F238E27FC236}">
                  <a16:creationId xmlns:a16="http://schemas.microsoft.com/office/drawing/2014/main" id="{07810779-695B-EBB2-9EF8-D3EFD1A6636F}"/>
                </a:ext>
              </a:extLst>
            </p:cNvPr>
            <p:cNvSpPr/>
            <p:nvPr/>
          </p:nvSpPr>
          <p:spPr>
            <a:xfrm>
              <a:off x="6563411" y="3468824"/>
              <a:ext cx="903550" cy="507358"/>
            </a:xfrm>
            <a:prstGeom prst="roundRect">
              <a:avLst/>
            </a:prstGeom>
            <a:solidFill>
              <a:srgbClr val="FFE0B2"/>
            </a:solidFill>
            <a:ln w="12700" cap="flat" cmpd="sng" algn="ctr">
              <a:solidFill>
                <a:srgbClr val="F2BA02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100" b="1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  <a:ea typeface="微软雅黑" panose="020B0503020204020204" pitchFamily="34" charset="-122"/>
                  <a:cs typeface="Arial" panose="020B0604020202020204" pitchFamily="34" charset="0"/>
                </a:rPr>
                <a:t>MGFE</a:t>
              </a:r>
              <a:endParaRPr kumimoji="0" lang="zh-CN" altLang="en-US" sz="1100" b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cxnSp>
          <p:nvCxnSpPr>
            <p:cNvPr id="175" name="直线箭头连接符 174">
              <a:extLst>
                <a:ext uri="{FF2B5EF4-FFF2-40B4-BE49-F238E27FC236}">
                  <a16:creationId xmlns:a16="http://schemas.microsoft.com/office/drawing/2014/main" id="{1DDF2574-7B5C-EB09-B1FA-F67308FC4AD6}"/>
                </a:ext>
              </a:extLst>
            </p:cNvPr>
            <p:cNvCxnSpPr>
              <a:cxnSpLocks/>
              <a:stCxn id="172" idx="3"/>
              <a:endCxn id="174" idx="1"/>
            </p:cNvCxnSpPr>
            <p:nvPr/>
          </p:nvCxnSpPr>
          <p:spPr>
            <a:xfrm>
              <a:off x="6334270" y="3722503"/>
              <a:ext cx="229141" cy="0"/>
            </a:xfrm>
            <a:prstGeom prst="straightConnector1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solid"/>
              <a:miter lim="800000"/>
              <a:tailEnd type="triangle" w="sm" len="med"/>
            </a:ln>
            <a:effectLst/>
          </p:spPr>
        </p:cxnSp>
      </p:grpSp>
      <p:grpSp>
        <p:nvGrpSpPr>
          <p:cNvPr id="121" name="组合 120">
            <a:extLst>
              <a:ext uri="{FF2B5EF4-FFF2-40B4-BE49-F238E27FC236}">
                <a16:creationId xmlns:a16="http://schemas.microsoft.com/office/drawing/2014/main" id="{8FEBBBDD-8D75-B9DE-C9C3-019B922747D4}"/>
              </a:ext>
            </a:extLst>
          </p:cNvPr>
          <p:cNvGrpSpPr/>
          <p:nvPr/>
        </p:nvGrpSpPr>
        <p:grpSpPr>
          <a:xfrm>
            <a:off x="3016001" y="468315"/>
            <a:ext cx="5353887" cy="881169"/>
            <a:chOff x="2627596" y="3312599"/>
            <a:chExt cx="4999414" cy="819808"/>
          </a:xfrm>
        </p:grpSpPr>
        <p:sp>
          <p:nvSpPr>
            <p:cNvPr id="160" name="圆角矩形 159">
              <a:extLst>
                <a:ext uri="{FF2B5EF4-FFF2-40B4-BE49-F238E27FC236}">
                  <a16:creationId xmlns:a16="http://schemas.microsoft.com/office/drawing/2014/main" id="{44526312-F6E4-7EE3-DEDB-486B2E6A6782}"/>
                </a:ext>
              </a:extLst>
            </p:cNvPr>
            <p:cNvSpPr/>
            <p:nvPr/>
          </p:nvSpPr>
          <p:spPr>
            <a:xfrm>
              <a:off x="2627596" y="3312599"/>
              <a:ext cx="4999414" cy="819808"/>
            </a:xfrm>
            <a:prstGeom prst="roundRect">
              <a:avLst/>
            </a:prstGeom>
            <a:solidFill>
              <a:srgbClr val="90CAF9">
                <a:alpha val="50000"/>
              </a:srgbClr>
            </a:solidFill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100" b="1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161" name="矩形: 圆角 593">
              <a:extLst>
                <a:ext uri="{FF2B5EF4-FFF2-40B4-BE49-F238E27FC236}">
                  <a16:creationId xmlns:a16="http://schemas.microsoft.com/office/drawing/2014/main" id="{5F3339AC-3F35-D24D-5D99-3200FD60F9A2}"/>
                </a:ext>
              </a:extLst>
            </p:cNvPr>
            <p:cNvSpPr/>
            <p:nvPr/>
          </p:nvSpPr>
          <p:spPr>
            <a:xfrm>
              <a:off x="2816682" y="3471855"/>
              <a:ext cx="903550" cy="507358"/>
            </a:xfrm>
            <a:prstGeom prst="roundRect">
              <a:avLst/>
            </a:prstGeom>
            <a:solidFill>
              <a:srgbClr val="E3F2FD"/>
            </a:solidFill>
            <a:ln w="12700" cap="flat" cmpd="sng" algn="ctr">
              <a:solidFill>
                <a:srgbClr val="1565C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100" b="1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  <a:ea typeface="微软雅黑" panose="020B0503020204020204" pitchFamily="34" charset="-122"/>
                  <a:cs typeface="Arial" panose="020B0604020202020204" pitchFamily="34" charset="0"/>
                </a:rPr>
                <a:t>Flow</a:t>
              </a:r>
              <a:r>
                <a:rPr kumimoji="0" lang="zh-CN" altLang="en-US" sz="1100" b="1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  <a:ea typeface="微软雅黑" panose="020B0503020204020204" pitchFamily="34" charset="-122"/>
                  <a:cs typeface="Arial" panose="020B0604020202020204" pitchFamily="34" charset="0"/>
                </a:rPr>
                <a:t> </a:t>
              </a:r>
              <a:r>
                <a:rPr kumimoji="0" lang="en-US" altLang="zh-CN" sz="1100" b="1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  <a:ea typeface="微软雅黑" panose="020B0503020204020204" pitchFamily="34" charset="-122"/>
                  <a:cs typeface="Arial" panose="020B0604020202020204" pitchFamily="34" charset="0"/>
                </a:rPr>
                <a:t>Warp</a:t>
              </a:r>
              <a:endParaRPr kumimoji="0" lang="zh-CN" altLang="en-US" sz="1100" b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162" name="矩形: 圆角 593">
              <a:extLst>
                <a:ext uri="{FF2B5EF4-FFF2-40B4-BE49-F238E27FC236}">
                  <a16:creationId xmlns:a16="http://schemas.microsoft.com/office/drawing/2014/main" id="{822E822B-7632-3684-CB5A-47BA5A117CE3}"/>
                </a:ext>
              </a:extLst>
            </p:cNvPr>
            <p:cNvSpPr/>
            <p:nvPr/>
          </p:nvSpPr>
          <p:spPr>
            <a:xfrm>
              <a:off x="3931795" y="3471855"/>
              <a:ext cx="1003608" cy="507358"/>
            </a:xfrm>
            <a:prstGeom prst="roundRect">
              <a:avLst/>
            </a:prstGeom>
            <a:solidFill>
              <a:srgbClr val="E3F2FD"/>
            </a:solidFill>
            <a:ln w="12700" cap="flat" cmpd="sng" algn="ctr">
              <a:solidFill>
                <a:srgbClr val="1565C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100" b="1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  <a:ea typeface="微软雅黑" panose="020B0503020204020204" pitchFamily="34" charset="-122"/>
                  <a:cs typeface="Arial" panose="020B0604020202020204" pitchFamily="34" charset="0"/>
                </a:rPr>
                <a:t>Gated</a:t>
              </a:r>
              <a:r>
                <a:rPr kumimoji="0" lang="zh-CN" altLang="en-US" sz="1100" b="1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  <a:ea typeface="微软雅黑" panose="020B0503020204020204" pitchFamily="34" charset="-122"/>
                  <a:cs typeface="Arial" panose="020B0604020202020204" pitchFamily="34" charset="0"/>
                </a:rPr>
                <a:t> </a:t>
              </a:r>
              <a:r>
                <a:rPr kumimoji="0" lang="en-US" altLang="zh-CN" sz="1100" b="1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  <a:ea typeface="微软雅黑" panose="020B0503020204020204" pitchFamily="34" charset="-122"/>
                  <a:cs typeface="Arial" panose="020B0604020202020204" pitchFamily="34" charset="0"/>
                </a:rPr>
                <a:t>DCN</a:t>
              </a:r>
              <a:r>
                <a:rPr kumimoji="0" lang="zh-CN" altLang="en-US" sz="1100" b="1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  <a:ea typeface="微软雅黑" panose="020B0503020204020204" pitchFamily="34" charset="-122"/>
                  <a:cs typeface="Arial" panose="020B0604020202020204" pitchFamily="34" charset="0"/>
                </a:rPr>
                <a:t> </a:t>
              </a:r>
              <a:r>
                <a:rPr kumimoji="0" lang="en-US" altLang="zh-CN" sz="1100" b="1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  <a:ea typeface="微软雅黑" panose="020B0503020204020204" pitchFamily="34" charset="-122"/>
                  <a:cs typeface="Arial" panose="020B0604020202020204" pitchFamily="34" charset="0"/>
                </a:rPr>
                <a:t>Alignment</a:t>
              </a:r>
              <a:endParaRPr kumimoji="0" lang="zh-CN" altLang="en-US" sz="1100" b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cxnSp>
          <p:nvCxnSpPr>
            <p:cNvPr id="163" name="直线箭头连接符 162">
              <a:extLst>
                <a:ext uri="{FF2B5EF4-FFF2-40B4-BE49-F238E27FC236}">
                  <a16:creationId xmlns:a16="http://schemas.microsoft.com/office/drawing/2014/main" id="{CCA63E81-E7A4-0940-E95D-7A3DBCBE8274}"/>
                </a:ext>
              </a:extLst>
            </p:cNvPr>
            <p:cNvCxnSpPr>
              <a:cxnSpLocks/>
              <a:stCxn id="161" idx="3"/>
              <a:endCxn id="162" idx="1"/>
            </p:cNvCxnSpPr>
            <p:nvPr/>
          </p:nvCxnSpPr>
          <p:spPr>
            <a:xfrm>
              <a:off x="3720232" y="3725534"/>
              <a:ext cx="211563" cy="0"/>
            </a:xfrm>
            <a:prstGeom prst="straightConnector1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solid"/>
              <a:miter lim="800000"/>
              <a:tailEnd type="triangle" w="sm" len="med"/>
            </a:ln>
            <a:effectLst/>
          </p:spPr>
        </p:cxnSp>
        <p:sp>
          <p:nvSpPr>
            <p:cNvPr id="164" name="矩形: 圆角 593">
              <a:extLst>
                <a:ext uri="{FF2B5EF4-FFF2-40B4-BE49-F238E27FC236}">
                  <a16:creationId xmlns:a16="http://schemas.microsoft.com/office/drawing/2014/main" id="{B4BBC586-34E7-1AD8-0277-9F05FF09DBA8}"/>
                </a:ext>
              </a:extLst>
            </p:cNvPr>
            <p:cNvSpPr/>
            <p:nvPr/>
          </p:nvSpPr>
          <p:spPr>
            <a:xfrm>
              <a:off x="5127303" y="3468824"/>
              <a:ext cx="1206967" cy="507358"/>
            </a:xfrm>
            <a:prstGeom prst="roundRect">
              <a:avLst/>
            </a:prstGeom>
            <a:solidFill>
              <a:srgbClr val="E3F2FD"/>
            </a:solidFill>
            <a:ln w="12700" cap="flat" cmpd="sng" algn="ctr">
              <a:solidFill>
                <a:srgbClr val="1565C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100" b="1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  <a:ea typeface="微软雅黑" panose="020B0503020204020204" pitchFamily="34" charset="-122"/>
                  <a:cs typeface="Arial" panose="020B0604020202020204" pitchFamily="34" charset="0"/>
                </a:rPr>
                <a:t>SSM Spatial Refinement</a:t>
              </a:r>
            </a:p>
          </p:txBody>
        </p:sp>
        <p:cxnSp>
          <p:nvCxnSpPr>
            <p:cNvPr id="165" name="直线箭头连接符 164">
              <a:extLst>
                <a:ext uri="{FF2B5EF4-FFF2-40B4-BE49-F238E27FC236}">
                  <a16:creationId xmlns:a16="http://schemas.microsoft.com/office/drawing/2014/main" id="{F2442069-F63C-437C-0F11-99CF3C2143CF}"/>
                </a:ext>
              </a:extLst>
            </p:cNvPr>
            <p:cNvCxnSpPr>
              <a:cxnSpLocks/>
              <a:stCxn id="162" idx="3"/>
              <a:endCxn id="164" idx="1"/>
            </p:cNvCxnSpPr>
            <p:nvPr/>
          </p:nvCxnSpPr>
          <p:spPr>
            <a:xfrm flipV="1">
              <a:off x="4935403" y="3722503"/>
              <a:ext cx="191900" cy="3031"/>
            </a:xfrm>
            <a:prstGeom prst="straightConnector1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solid"/>
              <a:miter lim="800000"/>
              <a:tailEnd type="triangle" w="sm" len="med"/>
            </a:ln>
            <a:effectLst/>
          </p:spPr>
        </p:cxnSp>
        <p:sp>
          <p:nvSpPr>
            <p:cNvPr id="166" name="矩形: 圆角 593">
              <a:extLst>
                <a:ext uri="{FF2B5EF4-FFF2-40B4-BE49-F238E27FC236}">
                  <a16:creationId xmlns:a16="http://schemas.microsoft.com/office/drawing/2014/main" id="{2DE7499B-65CF-7FD2-C795-D31D80E402CF}"/>
                </a:ext>
              </a:extLst>
            </p:cNvPr>
            <p:cNvSpPr/>
            <p:nvPr/>
          </p:nvSpPr>
          <p:spPr>
            <a:xfrm>
              <a:off x="6563411" y="3468824"/>
              <a:ext cx="903550" cy="507358"/>
            </a:xfrm>
            <a:prstGeom prst="roundRect">
              <a:avLst/>
            </a:prstGeom>
            <a:solidFill>
              <a:srgbClr val="FFE0B2"/>
            </a:solidFill>
            <a:ln w="12700" cap="flat" cmpd="sng" algn="ctr">
              <a:solidFill>
                <a:srgbClr val="F2BA02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100" b="1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  <a:ea typeface="微软雅黑" panose="020B0503020204020204" pitchFamily="34" charset="-122"/>
                  <a:cs typeface="Arial" panose="020B0604020202020204" pitchFamily="34" charset="0"/>
                </a:rPr>
                <a:t>MGFE</a:t>
              </a:r>
              <a:endParaRPr kumimoji="0" lang="zh-CN" altLang="en-US" sz="1100" b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cxnSp>
          <p:nvCxnSpPr>
            <p:cNvPr id="167" name="直线箭头连接符 166">
              <a:extLst>
                <a:ext uri="{FF2B5EF4-FFF2-40B4-BE49-F238E27FC236}">
                  <a16:creationId xmlns:a16="http://schemas.microsoft.com/office/drawing/2014/main" id="{030B174E-0FE5-9A4F-7D6A-710C7315C5FF}"/>
                </a:ext>
              </a:extLst>
            </p:cNvPr>
            <p:cNvCxnSpPr>
              <a:cxnSpLocks/>
              <a:stCxn id="164" idx="3"/>
              <a:endCxn id="166" idx="1"/>
            </p:cNvCxnSpPr>
            <p:nvPr/>
          </p:nvCxnSpPr>
          <p:spPr>
            <a:xfrm>
              <a:off x="6334270" y="3722503"/>
              <a:ext cx="229141" cy="0"/>
            </a:xfrm>
            <a:prstGeom prst="straightConnector1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solid"/>
              <a:miter lim="800000"/>
              <a:tailEnd type="triangle" w="sm" len="med"/>
            </a:ln>
            <a:effectLst/>
          </p:spPr>
        </p:cxnSp>
      </p:grpSp>
      <p:sp>
        <p:nvSpPr>
          <p:cNvPr id="122" name="矩形: 圆角 593">
            <a:extLst>
              <a:ext uri="{FF2B5EF4-FFF2-40B4-BE49-F238E27FC236}">
                <a16:creationId xmlns:a16="http://schemas.microsoft.com/office/drawing/2014/main" id="{2056448C-85B6-FDE6-24E2-8A51B89C81A7}"/>
              </a:ext>
            </a:extLst>
          </p:cNvPr>
          <p:cNvSpPr/>
          <p:nvPr/>
        </p:nvSpPr>
        <p:spPr>
          <a:xfrm>
            <a:off x="1812753" y="1790068"/>
            <a:ext cx="1411095" cy="653633"/>
          </a:xfrm>
          <a:prstGeom prst="roundRect">
            <a:avLst/>
          </a:prstGeom>
          <a:solidFill>
            <a:srgbClr val="E3F2FD"/>
          </a:solidFill>
          <a:ln w="12700" cap="flat" cmpd="sng" algn="ctr">
            <a:solidFill>
              <a:srgbClr val="1565C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微软雅黑" panose="020B0503020204020204" pitchFamily="34" charset="-122"/>
                <a:cs typeface="Arial" panose="020B0604020202020204" pitchFamily="34" charset="0"/>
              </a:rPr>
              <a:t>Bidirectional</a:t>
            </a:r>
            <a:endParaRPr kumimoji="0" lang="en-US" altLang="zh-CN" sz="1200" b="1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" panose="02040503050406030204" pitchFamily="18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微软雅黑" panose="020B0503020204020204" pitchFamily="34" charset="-122"/>
                <a:cs typeface="Arial" panose="020B0604020202020204" pitchFamily="34" charset="0"/>
              </a:rPr>
              <a:t>Optical</a:t>
            </a:r>
            <a:r>
              <a:rPr kumimoji="0" lang="zh-CN" altLang="en-US" sz="1200" b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kumimoji="0" lang="en-US" altLang="zh-CN" sz="1200" b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微软雅黑" panose="020B0503020204020204" pitchFamily="34" charset="-122"/>
                <a:cs typeface="Arial" panose="020B0604020202020204" pitchFamily="34" charset="0"/>
              </a:rPr>
              <a:t>Flow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微软雅黑" panose="020B0503020204020204" pitchFamily="34" charset="-122"/>
                <a:cs typeface="Arial" panose="020B0604020202020204" pitchFamily="34" charset="0"/>
              </a:rPr>
              <a:t>Estimation</a:t>
            </a:r>
            <a:endParaRPr kumimoji="0" lang="zh-CN" altLang="en-US" sz="1200" b="1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" panose="02040503050406030204" pitchFamily="18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grpSp>
        <p:nvGrpSpPr>
          <p:cNvPr id="123" name="组合 122">
            <a:extLst>
              <a:ext uri="{FF2B5EF4-FFF2-40B4-BE49-F238E27FC236}">
                <a16:creationId xmlns:a16="http://schemas.microsoft.com/office/drawing/2014/main" id="{475F429E-178D-302B-5E0B-C859D739FAD2}"/>
              </a:ext>
            </a:extLst>
          </p:cNvPr>
          <p:cNvGrpSpPr>
            <a:grpSpLocks noChangeAspect="1"/>
          </p:cNvGrpSpPr>
          <p:nvPr/>
        </p:nvGrpSpPr>
        <p:grpSpPr>
          <a:xfrm>
            <a:off x="220215" y="1680294"/>
            <a:ext cx="1385886" cy="873180"/>
            <a:chOff x="290023" y="1911466"/>
            <a:chExt cx="2564014" cy="1733388"/>
          </a:xfrm>
        </p:grpSpPr>
        <p:pic>
          <p:nvPicPr>
            <p:cNvPr id="155" name="图片 154">
              <a:extLst>
                <a:ext uri="{FF2B5EF4-FFF2-40B4-BE49-F238E27FC236}">
                  <a16:creationId xmlns:a16="http://schemas.microsoft.com/office/drawing/2014/main" id="{9FB034BD-C01D-DAF9-9A7F-9746F3E0B1D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90023" y="1911466"/>
              <a:ext cx="1954414" cy="1123788"/>
            </a:xfrm>
            <a:prstGeom prst="rect">
              <a:avLst/>
            </a:prstGeom>
          </p:spPr>
        </p:pic>
        <p:pic>
          <p:nvPicPr>
            <p:cNvPr id="156" name="图片 155">
              <a:extLst>
                <a:ext uri="{FF2B5EF4-FFF2-40B4-BE49-F238E27FC236}">
                  <a16:creationId xmlns:a16="http://schemas.microsoft.com/office/drawing/2014/main" id="{F8C6C2DE-7352-2FB5-A702-B155E0EB9D4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42423" y="2063866"/>
              <a:ext cx="1954414" cy="1123788"/>
            </a:xfrm>
            <a:prstGeom prst="rect">
              <a:avLst/>
            </a:prstGeom>
          </p:spPr>
        </p:pic>
        <p:pic>
          <p:nvPicPr>
            <p:cNvPr id="157" name="图片 156">
              <a:extLst>
                <a:ext uri="{FF2B5EF4-FFF2-40B4-BE49-F238E27FC236}">
                  <a16:creationId xmlns:a16="http://schemas.microsoft.com/office/drawing/2014/main" id="{FFEB6111-D149-494A-DCBF-46ECC3DAD09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94823" y="2216266"/>
              <a:ext cx="1954414" cy="1123788"/>
            </a:xfrm>
            <a:prstGeom prst="rect">
              <a:avLst/>
            </a:prstGeom>
          </p:spPr>
        </p:pic>
        <p:pic>
          <p:nvPicPr>
            <p:cNvPr id="158" name="图片 157">
              <a:extLst>
                <a:ext uri="{FF2B5EF4-FFF2-40B4-BE49-F238E27FC236}">
                  <a16:creationId xmlns:a16="http://schemas.microsoft.com/office/drawing/2014/main" id="{B1827B5C-5CAB-0D67-AF10-D6B4800EF1E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47223" y="2368666"/>
              <a:ext cx="1954414" cy="1123788"/>
            </a:xfrm>
            <a:prstGeom prst="rect">
              <a:avLst/>
            </a:prstGeom>
          </p:spPr>
        </p:pic>
        <p:pic>
          <p:nvPicPr>
            <p:cNvPr id="159" name="图片 158">
              <a:extLst>
                <a:ext uri="{FF2B5EF4-FFF2-40B4-BE49-F238E27FC236}">
                  <a16:creationId xmlns:a16="http://schemas.microsoft.com/office/drawing/2014/main" id="{DE822BE1-4F9C-591C-70BA-7E4A52ADE31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99623" y="2521066"/>
              <a:ext cx="1954414" cy="1123788"/>
            </a:xfrm>
            <a:prstGeom prst="rect">
              <a:avLst/>
            </a:prstGeom>
          </p:spPr>
        </p:pic>
      </p:grpSp>
      <p:sp>
        <p:nvSpPr>
          <p:cNvPr id="124" name="矩形: 圆角 593">
            <a:extLst>
              <a:ext uri="{FF2B5EF4-FFF2-40B4-BE49-F238E27FC236}">
                <a16:creationId xmlns:a16="http://schemas.microsoft.com/office/drawing/2014/main" id="{F7971BC2-E3A0-252B-E302-F416582DE53D}"/>
              </a:ext>
            </a:extLst>
          </p:cNvPr>
          <p:cNvSpPr/>
          <p:nvPr/>
        </p:nvSpPr>
        <p:spPr>
          <a:xfrm>
            <a:off x="8692905" y="1816081"/>
            <a:ext cx="1381749" cy="569636"/>
          </a:xfrm>
          <a:prstGeom prst="roundRect">
            <a:avLst/>
          </a:prstGeom>
          <a:solidFill>
            <a:sysClr val="window" lastClr="FFFFFF"/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100" b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微软雅黑" panose="020B0503020204020204" pitchFamily="34" charset="-122"/>
                <a:cs typeface="Arial" panose="020B0604020202020204" pitchFamily="34" charset="0"/>
              </a:rPr>
              <a:t>Reconstruction</a:t>
            </a:r>
            <a:endParaRPr kumimoji="0" lang="zh-CN" altLang="en-US" sz="1100" b="1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" panose="02040503050406030204" pitchFamily="18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grpSp>
        <p:nvGrpSpPr>
          <p:cNvPr id="125" name="组合 124">
            <a:extLst>
              <a:ext uri="{FF2B5EF4-FFF2-40B4-BE49-F238E27FC236}">
                <a16:creationId xmlns:a16="http://schemas.microsoft.com/office/drawing/2014/main" id="{690E94E3-9E3C-79D9-EC93-9194C6DDBE31}"/>
              </a:ext>
            </a:extLst>
          </p:cNvPr>
          <p:cNvGrpSpPr>
            <a:grpSpLocks noChangeAspect="1"/>
          </p:cNvGrpSpPr>
          <p:nvPr/>
        </p:nvGrpSpPr>
        <p:grpSpPr>
          <a:xfrm>
            <a:off x="10580503" y="1662850"/>
            <a:ext cx="1348145" cy="873180"/>
            <a:chOff x="290023" y="1911466"/>
            <a:chExt cx="2494190" cy="1733388"/>
          </a:xfrm>
        </p:grpSpPr>
        <p:pic>
          <p:nvPicPr>
            <p:cNvPr id="150" name="图片 149">
              <a:extLst>
                <a:ext uri="{FF2B5EF4-FFF2-40B4-BE49-F238E27FC236}">
                  <a16:creationId xmlns:a16="http://schemas.microsoft.com/office/drawing/2014/main" id="{42CBD535-A418-533F-FD3E-40637212776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90023" y="1911466"/>
              <a:ext cx="1954414" cy="1123788"/>
            </a:xfrm>
            <a:prstGeom prst="rect">
              <a:avLst/>
            </a:prstGeom>
          </p:spPr>
        </p:pic>
        <p:pic>
          <p:nvPicPr>
            <p:cNvPr id="151" name="图片 150">
              <a:extLst>
                <a:ext uri="{FF2B5EF4-FFF2-40B4-BE49-F238E27FC236}">
                  <a16:creationId xmlns:a16="http://schemas.microsoft.com/office/drawing/2014/main" id="{56188207-5993-7B25-59EF-84EEE5C311D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42423" y="2063866"/>
              <a:ext cx="1954414" cy="1123788"/>
            </a:xfrm>
            <a:prstGeom prst="rect">
              <a:avLst/>
            </a:prstGeom>
          </p:spPr>
        </p:pic>
        <p:pic>
          <p:nvPicPr>
            <p:cNvPr id="152" name="图片 151">
              <a:extLst>
                <a:ext uri="{FF2B5EF4-FFF2-40B4-BE49-F238E27FC236}">
                  <a16:creationId xmlns:a16="http://schemas.microsoft.com/office/drawing/2014/main" id="{6D453BF7-0620-5409-3764-188F96B1415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94823" y="2216266"/>
              <a:ext cx="1954414" cy="1123788"/>
            </a:xfrm>
            <a:prstGeom prst="rect">
              <a:avLst/>
            </a:prstGeom>
          </p:spPr>
        </p:pic>
        <p:pic>
          <p:nvPicPr>
            <p:cNvPr id="153" name="图片 152">
              <a:extLst>
                <a:ext uri="{FF2B5EF4-FFF2-40B4-BE49-F238E27FC236}">
                  <a16:creationId xmlns:a16="http://schemas.microsoft.com/office/drawing/2014/main" id="{285EBE13-5562-E157-ABA1-AC8016EBF44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47223" y="2368666"/>
              <a:ext cx="1954414" cy="1123788"/>
            </a:xfrm>
            <a:prstGeom prst="rect">
              <a:avLst/>
            </a:prstGeom>
          </p:spPr>
        </p:pic>
        <p:pic>
          <p:nvPicPr>
            <p:cNvPr id="154" name="图片 153">
              <a:extLst>
                <a:ext uri="{FF2B5EF4-FFF2-40B4-BE49-F238E27FC236}">
                  <a16:creationId xmlns:a16="http://schemas.microsoft.com/office/drawing/2014/main" id="{DEB90857-BA69-A073-E75D-DA6B82E8EAE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69447" y="2521066"/>
              <a:ext cx="1814766" cy="1123788"/>
            </a:xfrm>
            <a:prstGeom prst="rect">
              <a:avLst/>
            </a:prstGeom>
          </p:spPr>
        </p:pic>
      </p:grpSp>
      <p:sp>
        <p:nvSpPr>
          <p:cNvPr id="126" name="矩形: 圆角 593">
            <a:extLst>
              <a:ext uri="{FF2B5EF4-FFF2-40B4-BE49-F238E27FC236}">
                <a16:creationId xmlns:a16="http://schemas.microsoft.com/office/drawing/2014/main" id="{E12F776B-7ECE-CE33-F1FE-8754A31816F2}"/>
              </a:ext>
            </a:extLst>
          </p:cNvPr>
          <p:cNvSpPr/>
          <p:nvPr/>
        </p:nvSpPr>
        <p:spPr>
          <a:xfrm>
            <a:off x="7328027" y="1910605"/>
            <a:ext cx="773313" cy="377672"/>
          </a:xfrm>
          <a:prstGeom prst="roundRect">
            <a:avLst/>
          </a:prstGeom>
          <a:solidFill>
            <a:sysClr val="window" lastClr="FFFFFF"/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100" b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微软雅黑" panose="020B0503020204020204" pitchFamily="34" charset="-122"/>
                <a:cs typeface="Arial" panose="020B0604020202020204" pitchFamily="34" charset="0"/>
              </a:rPr>
              <a:t>Concat</a:t>
            </a:r>
            <a:endParaRPr kumimoji="0" lang="zh-CN" altLang="en-US" sz="1100" b="1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" panose="02040503050406030204" pitchFamily="18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cxnSp>
        <p:nvCxnSpPr>
          <p:cNvPr id="127" name="直线箭头连接符 126">
            <a:extLst>
              <a:ext uri="{FF2B5EF4-FFF2-40B4-BE49-F238E27FC236}">
                <a16:creationId xmlns:a16="http://schemas.microsoft.com/office/drawing/2014/main" id="{0D1493F9-2CBB-82BD-5406-BFC066F8DE23}"/>
              </a:ext>
            </a:extLst>
          </p:cNvPr>
          <p:cNvCxnSpPr>
            <a:cxnSpLocks/>
            <a:endCxn id="122" idx="1"/>
          </p:cNvCxnSpPr>
          <p:nvPr/>
        </p:nvCxnSpPr>
        <p:spPr>
          <a:xfrm>
            <a:off x="1471037" y="2116885"/>
            <a:ext cx="341716" cy="0"/>
          </a:xfrm>
          <a:prstGeom prst="straightConnector1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28" name="肘形连接符 127">
            <a:extLst>
              <a:ext uri="{FF2B5EF4-FFF2-40B4-BE49-F238E27FC236}">
                <a16:creationId xmlns:a16="http://schemas.microsoft.com/office/drawing/2014/main" id="{C60E6B50-5F4B-E572-950D-6901A95E1DC8}"/>
              </a:ext>
            </a:extLst>
          </p:cNvPr>
          <p:cNvCxnSpPr>
            <a:stCxn id="122" idx="0"/>
            <a:endCxn id="161" idx="1"/>
          </p:cNvCxnSpPr>
          <p:nvPr/>
        </p:nvCxnSpPr>
        <p:spPr>
          <a:xfrm rot="5400000" flipH="1" flipV="1">
            <a:off x="2429441" y="1001017"/>
            <a:ext cx="877910" cy="700194"/>
          </a:xfrm>
          <a:prstGeom prst="bentConnector2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29" name="肘形连接符 128">
            <a:extLst>
              <a:ext uri="{FF2B5EF4-FFF2-40B4-BE49-F238E27FC236}">
                <a16:creationId xmlns:a16="http://schemas.microsoft.com/office/drawing/2014/main" id="{8B64F03C-EC84-B9E9-3FDD-B8402A04D591}"/>
              </a:ext>
            </a:extLst>
          </p:cNvPr>
          <p:cNvCxnSpPr>
            <a:cxnSpLocks/>
            <a:stCxn id="122" idx="2"/>
            <a:endCxn id="169" idx="1"/>
          </p:cNvCxnSpPr>
          <p:nvPr/>
        </p:nvCxnSpPr>
        <p:spPr>
          <a:xfrm rot="16200000" flipH="1">
            <a:off x="2473184" y="2488817"/>
            <a:ext cx="794466" cy="704234"/>
          </a:xfrm>
          <a:prstGeom prst="bentConnector2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30" name="肘形连接符 129">
            <a:extLst>
              <a:ext uri="{FF2B5EF4-FFF2-40B4-BE49-F238E27FC236}">
                <a16:creationId xmlns:a16="http://schemas.microsoft.com/office/drawing/2014/main" id="{7F06CF95-DB0A-AF09-030F-EECB0C6271A5}"/>
              </a:ext>
            </a:extLst>
          </p:cNvPr>
          <p:cNvCxnSpPr>
            <a:cxnSpLocks/>
            <a:stCxn id="159" idx="2"/>
            <a:endCxn id="170" idx="2"/>
          </p:cNvCxnSpPr>
          <p:nvPr/>
        </p:nvCxnSpPr>
        <p:spPr>
          <a:xfrm rot="16200000" flipH="1">
            <a:off x="2537322" y="1094059"/>
            <a:ext cx="957359" cy="3876189"/>
          </a:xfrm>
          <a:prstGeom prst="bentConnector3">
            <a:avLst>
              <a:gd name="adj1" fmla="val 124768"/>
            </a:avLst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31" name="直线箭头连接符 130">
            <a:extLst>
              <a:ext uri="{FF2B5EF4-FFF2-40B4-BE49-F238E27FC236}">
                <a16:creationId xmlns:a16="http://schemas.microsoft.com/office/drawing/2014/main" id="{156072A5-1AAD-85D5-6F84-26BA31FC9944}"/>
              </a:ext>
            </a:extLst>
          </p:cNvPr>
          <p:cNvCxnSpPr>
            <a:cxnSpLocks/>
            <a:stCxn id="166" idx="2"/>
            <a:endCxn id="126" idx="0"/>
          </p:cNvCxnSpPr>
          <p:nvPr/>
        </p:nvCxnSpPr>
        <p:spPr>
          <a:xfrm>
            <a:off x="7714684" y="1181567"/>
            <a:ext cx="0" cy="729039"/>
          </a:xfrm>
          <a:prstGeom prst="straightConnector1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32" name="直线箭头连接符 131">
            <a:extLst>
              <a:ext uri="{FF2B5EF4-FFF2-40B4-BE49-F238E27FC236}">
                <a16:creationId xmlns:a16="http://schemas.microsoft.com/office/drawing/2014/main" id="{D6424783-C016-6A4A-DE13-0DFA81D5AB06}"/>
              </a:ext>
            </a:extLst>
          </p:cNvPr>
          <p:cNvCxnSpPr>
            <a:cxnSpLocks/>
            <a:stCxn id="174" idx="0"/>
            <a:endCxn id="126" idx="2"/>
          </p:cNvCxnSpPr>
          <p:nvPr/>
        </p:nvCxnSpPr>
        <p:spPr>
          <a:xfrm flipH="1" flipV="1">
            <a:off x="7714684" y="2288277"/>
            <a:ext cx="4041" cy="673965"/>
          </a:xfrm>
          <a:prstGeom prst="straightConnector1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33" name="直线箭头连接符 132">
            <a:extLst>
              <a:ext uri="{FF2B5EF4-FFF2-40B4-BE49-F238E27FC236}">
                <a16:creationId xmlns:a16="http://schemas.microsoft.com/office/drawing/2014/main" id="{DA6BADFB-2D1C-2747-F28F-7310E327AF56}"/>
              </a:ext>
            </a:extLst>
          </p:cNvPr>
          <p:cNvCxnSpPr>
            <a:cxnSpLocks/>
            <a:stCxn id="126" idx="3"/>
            <a:endCxn id="124" idx="1"/>
          </p:cNvCxnSpPr>
          <p:nvPr/>
        </p:nvCxnSpPr>
        <p:spPr>
          <a:xfrm>
            <a:off x="8101340" y="2099441"/>
            <a:ext cx="591565" cy="1459"/>
          </a:xfrm>
          <a:prstGeom prst="straightConnector1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34" name="直线箭头连接符 133">
            <a:extLst>
              <a:ext uri="{FF2B5EF4-FFF2-40B4-BE49-F238E27FC236}">
                <a16:creationId xmlns:a16="http://schemas.microsoft.com/office/drawing/2014/main" id="{A2D6CDDA-4A9C-59A7-4459-347F79C6D659}"/>
              </a:ext>
            </a:extLst>
          </p:cNvPr>
          <p:cNvCxnSpPr>
            <a:cxnSpLocks/>
            <a:stCxn id="124" idx="3"/>
          </p:cNvCxnSpPr>
          <p:nvPr/>
        </p:nvCxnSpPr>
        <p:spPr>
          <a:xfrm>
            <a:off x="10074654" y="2100900"/>
            <a:ext cx="542376" cy="0"/>
          </a:xfrm>
          <a:prstGeom prst="straightConnector1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35" name="文本框 134">
                <a:extLst>
                  <a:ext uri="{FF2B5EF4-FFF2-40B4-BE49-F238E27FC236}">
                    <a16:creationId xmlns:a16="http://schemas.microsoft.com/office/drawing/2014/main" id="{65C0BBCF-0CE4-2B5F-1DE6-0C970E8E0BAD}"/>
                  </a:ext>
                </a:extLst>
              </p:cNvPr>
              <p:cNvSpPr txBox="1"/>
              <p:nvPr/>
            </p:nvSpPr>
            <p:spPr>
              <a:xfrm>
                <a:off x="1221552" y="465724"/>
                <a:ext cx="274944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altLang="zh-CN" b="0" i="1" u="none" strike="noStrike" kern="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kumimoji="0" lang="en-US" altLang="zh-CN" b="0" i="1" u="none" strike="noStrike" kern="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kumimoji="0" lang="en-US" altLang="zh-CN" b="0" i="1" u="none" strike="noStrike" kern="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t</m:t>
                          </m:r>
                        </m:sub>
                      </m:sSub>
                    </m:oMath>
                  </m:oMathPara>
                </a14:m>
                <a:endParaRPr kumimoji="0" lang="zh-CN" altLang="en-US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软雅黑" panose="020B0503020204020204" pitchFamily="34" charset="-122"/>
                </a:endParaRPr>
              </a:p>
            </p:txBody>
          </p:sp>
        </mc:Choice>
        <mc:Fallback>
          <p:sp>
            <p:nvSpPr>
              <p:cNvPr id="135" name="文本框 134">
                <a:extLst>
                  <a:ext uri="{FF2B5EF4-FFF2-40B4-BE49-F238E27FC236}">
                    <a16:creationId xmlns:a16="http://schemas.microsoft.com/office/drawing/2014/main" id="{65C0BBCF-0CE4-2B5F-1DE6-0C970E8E0B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1552" y="465724"/>
                <a:ext cx="274944" cy="276999"/>
              </a:xfrm>
              <a:prstGeom prst="rect">
                <a:avLst/>
              </a:prstGeom>
              <a:blipFill>
                <a:blip r:embed="rId4"/>
                <a:stretch>
                  <a:fillRect l="-4545" r="-4545" b="-130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6" name="文本框 135">
                <a:extLst>
                  <a:ext uri="{FF2B5EF4-FFF2-40B4-BE49-F238E27FC236}">
                    <a16:creationId xmlns:a16="http://schemas.microsoft.com/office/drawing/2014/main" id="{37702177-B776-4162-EEB0-688D322C8E6A}"/>
                  </a:ext>
                </a:extLst>
              </p:cNvPr>
              <p:cNvSpPr txBox="1"/>
              <p:nvPr/>
            </p:nvSpPr>
            <p:spPr>
              <a:xfrm>
                <a:off x="1221552" y="3383772"/>
                <a:ext cx="274944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altLang="zh-CN" b="0" i="1" u="none" strike="noStrike" kern="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kumimoji="0" lang="en-US" altLang="zh-CN" b="0" i="1" u="none" strike="noStrike" kern="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kumimoji="0" lang="en-US" altLang="zh-CN" b="0" i="1" u="none" strike="noStrike" kern="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t</m:t>
                          </m:r>
                        </m:sub>
                      </m:sSub>
                    </m:oMath>
                  </m:oMathPara>
                </a14:m>
                <a:endParaRPr kumimoji="0" lang="zh-CN" altLang="en-US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软雅黑" panose="020B0503020204020204" pitchFamily="34" charset="-122"/>
                </a:endParaRPr>
              </a:p>
            </p:txBody>
          </p:sp>
        </mc:Choice>
        <mc:Fallback>
          <p:sp>
            <p:nvSpPr>
              <p:cNvPr id="136" name="文本框 135">
                <a:extLst>
                  <a:ext uri="{FF2B5EF4-FFF2-40B4-BE49-F238E27FC236}">
                    <a16:creationId xmlns:a16="http://schemas.microsoft.com/office/drawing/2014/main" id="{37702177-B776-4162-EEB0-688D322C8E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1552" y="3383772"/>
                <a:ext cx="274944" cy="276999"/>
              </a:xfrm>
              <a:prstGeom prst="rect">
                <a:avLst/>
              </a:prstGeom>
              <a:blipFill>
                <a:blip r:embed="rId5"/>
                <a:stretch>
                  <a:fillRect l="-4545" r="-4545" b="-130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7" name="文本框 136">
                <a:extLst>
                  <a:ext uri="{FF2B5EF4-FFF2-40B4-BE49-F238E27FC236}">
                    <a16:creationId xmlns:a16="http://schemas.microsoft.com/office/drawing/2014/main" id="{FB09BD3C-1928-7B1D-1BC7-41B142AC92E8}"/>
                  </a:ext>
                </a:extLst>
              </p:cNvPr>
              <p:cNvSpPr txBox="1"/>
              <p:nvPr/>
            </p:nvSpPr>
            <p:spPr>
              <a:xfrm>
                <a:off x="2280543" y="580001"/>
                <a:ext cx="69256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altLang="zh-CN" b="0" i="1" u="none" strike="noStrike" kern="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0" lang="en-US" altLang="zh-CN" b="0" i="1" u="none" strike="noStrike" kern="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kumimoji="0" lang="en-US" altLang="zh-CN" b="0" i="1" u="none" strike="noStrike" kern="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kumimoji="0" lang="en-US" altLang="zh-CN" b="0" i="1" u="none" strike="noStrike" kern="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−1→</m:t>
                          </m:r>
                          <m:r>
                            <a:rPr kumimoji="0" lang="en-US" altLang="zh-CN" b="0" i="1" u="none" strike="noStrike" kern="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kumimoji="0" lang="zh-CN" altLang="en-US" b="0" i="1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Helvetica Oblique" pitchFamily="2" charset="0"/>
                  <a:ea typeface="微软雅黑" panose="020B0503020204020204" pitchFamily="34" charset="-122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137" name="文本框 136">
                <a:extLst>
                  <a:ext uri="{FF2B5EF4-FFF2-40B4-BE49-F238E27FC236}">
                    <a16:creationId xmlns:a16="http://schemas.microsoft.com/office/drawing/2014/main" id="{FB09BD3C-1928-7B1D-1BC7-41B142AC92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0543" y="580001"/>
                <a:ext cx="692562" cy="276999"/>
              </a:xfrm>
              <a:prstGeom prst="rect">
                <a:avLst/>
              </a:prstGeom>
              <a:blipFill>
                <a:blip r:embed="rId6"/>
                <a:stretch>
                  <a:fillRect l="-3571" b="-130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8" name="文本框 137">
                <a:extLst>
                  <a:ext uri="{FF2B5EF4-FFF2-40B4-BE49-F238E27FC236}">
                    <a16:creationId xmlns:a16="http://schemas.microsoft.com/office/drawing/2014/main" id="{B53C2BB0-A45B-29A5-7F19-968FBD241D90}"/>
                  </a:ext>
                </a:extLst>
              </p:cNvPr>
              <p:cNvSpPr txBox="1"/>
              <p:nvPr/>
            </p:nvSpPr>
            <p:spPr>
              <a:xfrm>
                <a:off x="2285448" y="3209439"/>
                <a:ext cx="69256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altLang="zh-CN" b="0" i="1" u="none" strike="noStrike" kern="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0" lang="en-US" altLang="zh-CN" b="0" i="1" u="none" strike="noStrike" kern="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kumimoji="0" lang="en-US" altLang="zh-CN" b="0" i="1" u="none" strike="noStrike" kern="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kumimoji="0" lang="en-US" altLang="zh-CN" b="0" i="1" u="none" strike="noStrike" kern="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→</m:t>
                          </m:r>
                          <m:r>
                            <a:rPr kumimoji="0" lang="en-US" altLang="zh-CN" b="0" i="1" u="none" strike="noStrike" kern="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kumimoji="0" lang="en-US" altLang="zh-CN" b="0" i="1" u="none" strike="noStrike" kern="0" cap="none" spc="0" normalizeH="0" baseline="0" noProof="0" dirty="0" err="1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</m:oMath>
                  </m:oMathPara>
                </a14:m>
                <a:endParaRPr kumimoji="0" lang="zh-CN" altLang="en-US" b="0" i="1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Helvetica Oblique" pitchFamily="2" charset="0"/>
                  <a:ea typeface="微软雅黑" panose="020B0503020204020204" pitchFamily="34" charset="-122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138" name="文本框 137">
                <a:extLst>
                  <a:ext uri="{FF2B5EF4-FFF2-40B4-BE49-F238E27FC236}">
                    <a16:creationId xmlns:a16="http://schemas.microsoft.com/office/drawing/2014/main" id="{B53C2BB0-A45B-29A5-7F19-968FBD241D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5448" y="3209439"/>
                <a:ext cx="692562" cy="276999"/>
              </a:xfrm>
              <a:prstGeom prst="rect">
                <a:avLst/>
              </a:prstGeom>
              <a:blipFill>
                <a:blip r:embed="rId7"/>
                <a:stretch>
                  <a:fillRect l="-3636" r="-1818" b="-130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9" name="圆角矩形 138">
                <a:extLst>
                  <a:ext uri="{FF2B5EF4-FFF2-40B4-BE49-F238E27FC236}">
                    <a16:creationId xmlns:a16="http://schemas.microsoft.com/office/drawing/2014/main" id="{1E4A9352-A0D8-1F59-884A-CD13400D20A2}"/>
                  </a:ext>
                </a:extLst>
              </p:cNvPr>
              <p:cNvSpPr/>
              <p:nvPr/>
            </p:nvSpPr>
            <p:spPr>
              <a:xfrm>
                <a:off x="7714683" y="3988949"/>
                <a:ext cx="2786483" cy="874070"/>
              </a:xfrm>
              <a:prstGeom prst="roundRect">
                <a:avLst/>
              </a:prstGeom>
              <a:ln>
                <a:solidFill>
                  <a:srgbClr val="0070C0"/>
                </a:solidFill>
              </a:ln>
            </p:spPr>
            <p:style>
              <a:lnRef idx="2">
                <a:schemeClr val="accent4"/>
              </a:lnRef>
              <a:fillRef idx="1">
                <a:schemeClr val="lt1"/>
              </a:fillRef>
              <a:effectRef idx="0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" altLang="zh-CN" sz="18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1" lang="en" altLang="zh-CN" sz="18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𝐵</m:t>
                          </m:r>
                        </m:e>
                        <m:sub>
                          <m:r>
                            <a:rPr kumimoji="1" lang="en" altLang="zh-CN" sz="18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𝑡</m:t>
                          </m:r>
                        </m:sub>
                      </m:sSub>
                      <m:r>
                        <a:rPr kumimoji="1" lang="en" altLang="zh-CN" sz="18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=½</m:t>
                      </m:r>
                      <m:d>
                        <m:dPr>
                          <m:ctrlPr>
                            <a:rPr kumimoji="1" lang="en" altLang="zh-CN" sz="18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kumimoji="1" lang="en" altLang="zh-CN" sz="1800" b="0" i="1" u="none" strike="noStrike" kern="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sSubSupPr>
                            <m:e>
                              <m:r>
                                <a:rPr kumimoji="1" lang="en" altLang="zh-CN" sz="1800" b="0" i="1" u="none" strike="noStrike" kern="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𝐵</m:t>
                              </m:r>
                            </m:e>
                            <m:sub>
                              <m:r>
                                <a:rPr kumimoji="1" lang="en" altLang="zh-CN" sz="1800" b="0" i="1" u="none" strike="noStrike" kern="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𝑡</m:t>
                              </m:r>
                            </m:sub>
                            <m:sup>
                              <m:r>
                                <a:rPr kumimoji="1" lang="en" altLang="zh-CN" sz="1800" b="0" i="1" u="none" strike="noStrike" kern="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𝑏</m:t>
                              </m:r>
                            </m:sup>
                          </m:sSubSup>
                          <m:r>
                            <a:rPr kumimoji="1" lang="en" altLang="zh-CN" sz="18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+</m:t>
                          </m:r>
                          <m:sSubSup>
                            <m:sSubSupPr>
                              <m:ctrlPr>
                                <a:rPr kumimoji="1" lang="en" altLang="zh-CN" sz="1800" b="0" i="1" u="none" strike="noStrike" kern="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sSubSupPr>
                            <m:e>
                              <m:r>
                                <a:rPr kumimoji="1" lang="en" altLang="zh-CN" sz="1800" b="0" i="1" u="none" strike="noStrike" kern="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𝐵</m:t>
                              </m:r>
                            </m:e>
                            <m:sub>
                              <m:r>
                                <a:rPr kumimoji="1" lang="en" altLang="zh-CN" sz="1800" b="0" i="1" u="none" strike="noStrike" kern="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𝑡</m:t>
                              </m:r>
                            </m:sub>
                            <m:sup>
                              <m:r>
                                <a:rPr kumimoji="1" lang="en" altLang="zh-CN" sz="1800" b="0" i="1" u="none" strike="noStrike" kern="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𝑓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  <a:endParaRPr kumimoji="1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软雅黑" panose="020B0503020204020204" pitchFamily="34" charset="-122"/>
                  <a:cs typeface="+mn-cs"/>
                </a:endParaRPr>
              </a:p>
            </p:txBody>
          </p:sp>
        </mc:Choice>
        <mc:Fallback>
          <p:sp>
            <p:nvSpPr>
              <p:cNvPr id="139" name="圆角矩形 138">
                <a:extLst>
                  <a:ext uri="{FF2B5EF4-FFF2-40B4-BE49-F238E27FC236}">
                    <a16:creationId xmlns:a16="http://schemas.microsoft.com/office/drawing/2014/main" id="{1E4A9352-A0D8-1F59-884A-CD13400D20A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14683" y="3988949"/>
                <a:ext cx="2786483" cy="874070"/>
              </a:xfrm>
              <a:prstGeom prst="round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solidFill>
                  <a:srgbClr val="0070C0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0" name="矩形: 圆角 593">
            <a:extLst>
              <a:ext uri="{FF2B5EF4-FFF2-40B4-BE49-F238E27FC236}">
                <a16:creationId xmlns:a16="http://schemas.microsoft.com/office/drawing/2014/main" id="{68CD05CF-EC0C-CEA0-A9E7-E9953315C4F4}"/>
              </a:ext>
            </a:extLst>
          </p:cNvPr>
          <p:cNvSpPr/>
          <p:nvPr/>
        </p:nvSpPr>
        <p:spPr>
          <a:xfrm>
            <a:off x="8314338" y="5145590"/>
            <a:ext cx="1587175" cy="647332"/>
          </a:xfrm>
          <a:prstGeom prst="roundRect">
            <a:avLst/>
          </a:prstGeom>
          <a:solidFill>
            <a:srgbClr val="E3F2FD"/>
          </a:solidFill>
          <a:ln w="12700" cap="flat" cmpd="sng" algn="ctr">
            <a:solidFill>
              <a:srgbClr val="1565C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100" b="1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微软雅黑" panose="020B0503020204020204" pitchFamily="34" charset="-122"/>
                <a:cs typeface="Arial" panose="020B0604020202020204" pitchFamily="34" charset="0"/>
              </a:rPr>
              <a:t>RATR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altLang="zh-CN" sz="1100" b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微软雅黑" panose="020B0503020204020204" pitchFamily="34" charset="-122"/>
                <a:cs typeface="Arial" panose="020B0604020202020204" pitchFamily="34" charset="0"/>
              </a:rPr>
              <a:t>(training only)</a:t>
            </a:r>
            <a:endParaRPr kumimoji="0" lang="zh-CN" altLang="en-US" sz="1100" b="1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" panose="02040503050406030204" pitchFamily="18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cxnSp>
        <p:nvCxnSpPr>
          <p:cNvPr id="141" name="直线箭头连接符 140">
            <a:extLst>
              <a:ext uri="{FF2B5EF4-FFF2-40B4-BE49-F238E27FC236}">
                <a16:creationId xmlns:a16="http://schemas.microsoft.com/office/drawing/2014/main" id="{AC853673-227A-DBB6-F535-081D40232E16}"/>
              </a:ext>
            </a:extLst>
          </p:cNvPr>
          <p:cNvCxnSpPr>
            <a:cxnSpLocks/>
            <a:stCxn id="139" idx="2"/>
            <a:endCxn id="140" idx="0"/>
          </p:cNvCxnSpPr>
          <p:nvPr/>
        </p:nvCxnSpPr>
        <p:spPr>
          <a:xfrm>
            <a:off x="9107925" y="4863019"/>
            <a:ext cx="0" cy="282571"/>
          </a:xfrm>
          <a:prstGeom prst="straightConnector1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42" name="直线箭头连接符 141">
            <a:extLst>
              <a:ext uri="{FF2B5EF4-FFF2-40B4-BE49-F238E27FC236}">
                <a16:creationId xmlns:a16="http://schemas.microsoft.com/office/drawing/2014/main" id="{CC94DDF3-3D03-7A9A-5E3D-25BC0CD01350}"/>
              </a:ext>
            </a:extLst>
          </p:cNvPr>
          <p:cNvCxnSpPr>
            <a:cxnSpLocks/>
            <a:stCxn id="140" idx="2"/>
            <a:endCxn id="143" idx="0"/>
          </p:cNvCxnSpPr>
          <p:nvPr/>
        </p:nvCxnSpPr>
        <p:spPr>
          <a:xfrm>
            <a:off x="9107926" y="5792922"/>
            <a:ext cx="10313" cy="362682"/>
          </a:xfrm>
          <a:prstGeom prst="straightConnector1">
            <a:avLst/>
          </a:prstGeom>
          <a:noFill/>
          <a:ln w="12700" cap="flat" cmpd="sng" algn="ctr">
            <a:solidFill>
              <a:sysClr val="windowText" lastClr="000000"/>
            </a:solidFill>
            <a:prstDash val="dash"/>
            <a:miter lim="800000"/>
            <a:tailEnd type="triangle"/>
          </a:ln>
          <a:effectLst/>
        </p:spPr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43" name="文本框 142">
                <a:extLst>
                  <a:ext uri="{FF2B5EF4-FFF2-40B4-BE49-F238E27FC236}">
                    <a16:creationId xmlns:a16="http://schemas.microsoft.com/office/drawing/2014/main" id="{3DC2488F-B3A0-AA1A-0944-81276B34B77C}"/>
                  </a:ext>
                </a:extLst>
              </p:cNvPr>
              <p:cNvSpPr txBox="1"/>
              <p:nvPr/>
            </p:nvSpPr>
            <p:spPr>
              <a:xfrm>
                <a:off x="8843099" y="6155604"/>
                <a:ext cx="55027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lvl="0"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" altLang="zh-CN" i="1" ker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kumimoji="1" lang="en" altLang="zh-CN" i="1" ker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𝐿</m:t>
                          </m:r>
                        </m:e>
                        <m:sub>
                          <m:r>
                            <a:rPr kumimoji="1" lang="en" altLang="zh-CN" i="1" ker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𝑟𝑎𝑡𝑟</m:t>
                          </m:r>
                        </m:sub>
                      </m:sSub>
                    </m:oMath>
                  </m:oMathPara>
                </a14:m>
                <a:endParaRPr kumimoji="1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软雅黑" panose="020B0503020204020204" pitchFamily="34" charset="-122"/>
                </a:endParaRPr>
              </a:p>
            </p:txBody>
          </p:sp>
        </mc:Choice>
        <mc:Fallback>
          <p:sp>
            <p:nvSpPr>
              <p:cNvPr id="143" name="文本框 142">
                <a:extLst>
                  <a:ext uri="{FF2B5EF4-FFF2-40B4-BE49-F238E27FC236}">
                    <a16:creationId xmlns:a16="http://schemas.microsoft.com/office/drawing/2014/main" id="{3DC2488F-B3A0-AA1A-0944-81276B34B7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43099" y="6155604"/>
                <a:ext cx="550279" cy="276999"/>
              </a:xfrm>
              <a:prstGeom prst="rect">
                <a:avLst/>
              </a:prstGeom>
              <a:blipFill>
                <a:blip r:embed="rId9"/>
                <a:stretch>
                  <a:fillRect l="-9091" r="-2273" b="-130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4" name="肘形连接符 143">
            <a:extLst>
              <a:ext uri="{FF2B5EF4-FFF2-40B4-BE49-F238E27FC236}">
                <a16:creationId xmlns:a16="http://schemas.microsoft.com/office/drawing/2014/main" id="{82C3538B-70C0-47EE-FF03-953F94D6143E}"/>
              </a:ext>
            </a:extLst>
          </p:cNvPr>
          <p:cNvCxnSpPr>
            <a:cxnSpLocks/>
            <a:stCxn id="166" idx="3"/>
          </p:cNvCxnSpPr>
          <p:nvPr/>
        </p:nvCxnSpPr>
        <p:spPr>
          <a:xfrm>
            <a:off x="8198492" y="908900"/>
            <a:ext cx="295553" cy="3080049"/>
          </a:xfrm>
          <a:prstGeom prst="bentConnector2">
            <a:avLst/>
          </a:prstGeom>
          <a:noFill/>
          <a:ln w="12700" cap="flat" cmpd="sng" algn="ctr">
            <a:solidFill>
              <a:srgbClr val="FF0000"/>
            </a:solidFill>
            <a:prstDash val="dash"/>
            <a:miter lim="800000"/>
            <a:tailEnd type="triangle"/>
          </a:ln>
          <a:effectLst/>
        </p:spPr>
      </p:cxnSp>
      <p:cxnSp>
        <p:nvCxnSpPr>
          <p:cNvPr id="145" name="肘形连接符 144">
            <a:extLst>
              <a:ext uri="{FF2B5EF4-FFF2-40B4-BE49-F238E27FC236}">
                <a16:creationId xmlns:a16="http://schemas.microsoft.com/office/drawing/2014/main" id="{DD2C652E-00C8-3745-52E5-8661AF96F130}"/>
              </a:ext>
            </a:extLst>
          </p:cNvPr>
          <p:cNvCxnSpPr>
            <a:cxnSpLocks/>
            <a:stCxn id="174" idx="3"/>
            <a:endCxn id="139" idx="0"/>
          </p:cNvCxnSpPr>
          <p:nvPr/>
        </p:nvCxnSpPr>
        <p:spPr>
          <a:xfrm>
            <a:off x="8202532" y="3234909"/>
            <a:ext cx="905393" cy="754041"/>
          </a:xfrm>
          <a:prstGeom prst="bentConnector2">
            <a:avLst/>
          </a:prstGeom>
          <a:noFill/>
          <a:ln w="12700" cap="flat" cmpd="sng" algn="ctr">
            <a:solidFill>
              <a:srgbClr val="FF0000"/>
            </a:solidFill>
            <a:prstDash val="dash"/>
            <a:miter lim="800000"/>
            <a:tailEnd type="triangle"/>
          </a:ln>
          <a:effectLst/>
        </p:spPr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46" name="文本框 145">
                <a:extLst>
                  <a:ext uri="{FF2B5EF4-FFF2-40B4-BE49-F238E27FC236}">
                    <a16:creationId xmlns:a16="http://schemas.microsoft.com/office/drawing/2014/main" id="{856EFD48-A317-3912-7A4A-451542418224}"/>
                  </a:ext>
                </a:extLst>
              </p:cNvPr>
              <p:cNvSpPr txBox="1"/>
              <p:nvPr/>
            </p:nvSpPr>
            <p:spPr>
              <a:xfrm>
                <a:off x="7811837" y="1449082"/>
                <a:ext cx="245067" cy="26090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kumimoji="1" lang="en-US" altLang="zh-CN" sz="14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̃"/>
                              <m:ctrlPr>
                                <a:rPr kumimoji="1" lang="en-US" altLang="zh-CN" sz="1400" b="0" i="1" u="none" strike="noStrike" kern="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kumimoji="1" lang="en-US" altLang="zh-CN" sz="1400" b="0" i="1" u="none" strike="noStrike" kern="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</m:acc>
                        </m:e>
                        <m:sub>
                          <m:r>
                            <a:rPr kumimoji="1" lang="en-US" altLang="zh-CN" sz="14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kumimoji="1" lang="en-US" altLang="zh-CN" sz="14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𝑓</m:t>
                          </m:r>
                        </m:sup>
                      </m:sSubSup>
                    </m:oMath>
                  </m:oMathPara>
                </a14:m>
                <a:endParaRPr kumimoji="1" lang="zh-CN" altLang="en-US" sz="14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软雅黑" panose="020B0503020204020204" pitchFamily="34" charset="-122"/>
                </a:endParaRPr>
              </a:p>
            </p:txBody>
          </p:sp>
        </mc:Choice>
        <mc:Fallback>
          <p:sp>
            <p:nvSpPr>
              <p:cNvPr id="146" name="文本框 145">
                <a:extLst>
                  <a:ext uri="{FF2B5EF4-FFF2-40B4-BE49-F238E27FC236}">
                    <a16:creationId xmlns:a16="http://schemas.microsoft.com/office/drawing/2014/main" id="{856EFD48-A317-3912-7A4A-4515424182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11837" y="1449082"/>
                <a:ext cx="245067" cy="260905"/>
              </a:xfrm>
              <a:prstGeom prst="rect">
                <a:avLst/>
              </a:prstGeom>
              <a:blipFill>
                <a:blip r:embed="rId10"/>
                <a:stretch>
                  <a:fillRect l="-19048" t="-9524" r="-9524" b="-2381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7" name="文本框 146">
                <a:extLst>
                  <a:ext uri="{FF2B5EF4-FFF2-40B4-BE49-F238E27FC236}">
                    <a16:creationId xmlns:a16="http://schemas.microsoft.com/office/drawing/2014/main" id="{1CA27680-DD88-1CD4-CED7-E6B2A42A4E6B}"/>
                  </a:ext>
                </a:extLst>
              </p:cNvPr>
              <p:cNvSpPr txBox="1"/>
              <p:nvPr/>
            </p:nvSpPr>
            <p:spPr>
              <a:xfrm>
                <a:off x="7806260" y="2430547"/>
                <a:ext cx="239937" cy="22525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kumimoji="1" lang="en-US" altLang="zh-CN" sz="14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̃"/>
                              <m:ctrlPr>
                                <a:rPr kumimoji="1" lang="en-US" altLang="zh-CN" sz="1400" b="0" i="1" u="none" strike="noStrike" kern="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kumimoji="1" lang="en-US" altLang="zh-CN" sz="1400" b="0" i="1" u="none" strike="noStrike" kern="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</m:acc>
                        </m:e>
                        <m:sub>
                          <m:r>
                            <a:rPr kumimoji="1" lang="en-US" altLang="zh-CN" sz="14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kumimoji="1" lang="en-US" altLang="zh-CN" sz="14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𝑏</m:t>
                          </m:r>
                        </m:sup>
                      </m:sSubSup>
                    </m:oMath>
                  </m:oMathPara>
                </a14:m>
                <a:endParaRPr kumimoji="1" lang="zh-CN" altLang="en-US" sz="14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软雅黑" panose="020B0503020204020204" pitchFamily="34" charset="-122"/>
                </a:endParaRPr>
              </a:p>
            </p:txBody>
          </p:sp>
        </mc:Choice>
        <mc:Fallback>
          <p:sp>
            <p:nvSpPr>
              <p:cNvPr id="147" name="文本框 146">
                <a:extLst>
                  <a:ext uri="{FF2B5EF4-FFF2-40B4-BE49-F238E27FC236}">
                    <a16:creationId xmlns:a16="http://schemas.microsoft.com/office/drawing/2014/main" id="{1CA27680-DD88-1CD4-CED7-E6B2A42A4E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06260" y="2430547"/>
                <a:ext cx="239937" cy="225254"/>
              </a:xfrm>
              <a:prstGeom prst="rect">
                <a:avLst/>
              </a:prstGeom>
              <a:blipFill>
                <a:blip r:embed="rId11"/>
                <a:stretch>
                  <a:fillRect l="-25000" t="-15789" r="-5000" b="-3157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8" name="文本框 147">
                <a:extLst>
                  <a:ext uri="{FF2B5EF4-FFF2-40B4-BE49-F238E27FC236}">
                    <a16:creationId xmlns:a16="http://schemas.microsoft.com/office/drawing/2014/main" id="{9962E93D-7AA0-A0EC-304A-93EB741A00CE}"/>
                  </a:ext>
                </a:extLst>
              </p:cNvPr>
              <p:cNvSpPr txBox="1"/>
              <p:nvPr/>
            </p:nvSpPr>
            <p:spPr>
              <a:xfrm>
                <a:off x="8601645" y="1261033"/>
                <a:ext cx="258148" cy="26090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kumimoji="1" lang="en-US" altLang="zh-CN" sz="14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zh-CN" sz="14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kumimoji="1" lang="en-US" altLang="zh-CN" sz="14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kumimoji="1" lang="en-US" altLang="zh-CN" sz="14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𝑓</m:t>
                          </m:r>
                        </m:sup>
                      </m:sSubSup>
                    </m:oMath>
                  </m:oMathPara>
                </a14:m>
                <a:endParaRPr kumimoji="1" lang="zh-CN" altLang="en-US" sz="14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软雅黑" panose="020B0503020204020204" pitchFamily="34" charset="-122"/>
                </a:endParaRPr>
              </a:p>
            </p:txBody>
          </p:sp>
        </mc:Choice>
        <mc:Fallback>
          <p:sp>
            <p:nvSpPr>
              <p:cNvPr id="148" name="文本框 147">
                <a:extLst>
                  <a:ext uri="{FF2B5EF4-FFF2-40B4-BE49-F238E27FC236}">
                    <a16:creationId xmlns:a16="http://schemas.microsoft.com/office/drawing/2014/main" id="{9962E93D-7AA0-A0EC-304A-93EB741A00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01645" y="1261033"/>
                <a:ext cx="258148" cy="260905"/>
              </a:xfrm>
              <a:prstGeom prst="rect">
                <a:avLst/>
              </a:prstGeom>
              <a:blipFill>
                <a:blip r:embed="rId12"/>
                <a:stretch>
                  <a:fillRect l="-14286" t="-4545" r="-9524" b="-909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9" name="文本框 148">
                <a:extLst>
                  <a:ext uri="{FF2B5EF4-FFF2-40B4-BE49-F238E27FC236}">
                    <a16:creationId xmlns:a16="http://schemas.microsoft.com/office/drawing/2014/main" id="{36FAE5FA-72BD-61C1-4DA7-647DDD3F1B0D}"/>
                  </a:ext>
                </a:extLst>
              </p:cNvPr>
              <p:cNvSpPr txBox="1"/>
              <p:nvPr/>
            </p:nvSpPr>
            <p:spPr>
              <a:xfrm>
                <a:off x="9176362" y="3483881"/>
                <a:ext cx="253018" cy="22249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kumimoji="1" lang="en-US" altLang="zh-CN" sz="14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zh-CN" sz="14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kumimoji="1" lang="en-US" altLang="zh-CN" sz="14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kumimoji="1" lang="en-US" altLang="zh-CN" sz="14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𝑏</m:t>
                          </m:r>
                        </m:sup>
                      </m:sSubSup>
                    </m:oMath>
                  </m:oMathPara>
                </a14:m>
                <a:endParaRPr kumimoji="1" lang="zh-CN" altLang="en-US" sz="14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软雅黑" panose="020B0503020204020204" pitchFamily="34" charset="-122"/>
                </a:endParaRPr>
              </a:p>
            </p:txBody>
          </p:sp>
        </mc:Choice>
        <mc:Fallback>
          <p:sp>
            <p:nvSpPr>
              <p:cNvPr id="149" name="文本框 148">
                <a:extLst>
                  <a:ext uri="{FF2B5EF4-FFF2-40B4-BE49-F238E27FC236}">
                    <a16:creationId xmlns:a16="http://schemas.microsoft.com/office/drawing/2014/main" id="{36FAE5FA-72BD-61C1-4DA7-647DDD3F1B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76362" y="3483881"/>
                <a:ext cx="253018" cy="222497"/>
              </a:xfrm>
              <a:prstGeom prst="rect">
                <a:avLst/>
              </a:prstGeom>
              <a:blipFill>
                <a:blip r:embed="rId13"/>
                <a:stretch>
                  <a:fillRect l="-14286" r="-4762" b="-1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283310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41</Words>
  <Application>Microsoft Macintosh PowerPoint</Application>
  <PresentationFormat>宽屏</PresentationFormat>
  <Paragraphs>25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等线</vt:lpstr>
      <vt:lpstr>等线 Light</vt:lpstr>
      <vt:lpstr>Arial</vt:lpstr>
      <vt:lpstr>Calibri</vt:lpstr>
      <vt:lpstr>Cambria</vt:lpstr>
      <vt:lpstr>Cambria Math</vt:lpstr>
      <vt:lpstr>Helvetica Oblique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a1468</dc:creator>
  <cp:lastModifiedBy>a1468</cp:lastModifiedBy>
  <cp:revision>5</cp:revision>
  <dcterms:created xsi:type="dcterms:W3CDTF">2026-05-01T13:34:18Z</dcterms:created>
  <dcterms:modified xsi:type="dcterms:W3CDTF">2026-05-10T15:02:25Z</dcterms:modified>
</cp:coreProperties>
</file>