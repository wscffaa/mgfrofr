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88"/>
    <p:restoredTop sz="94663"/>
  </p:normalViewPr>
  <p:slideViewPr>
    <p:cSldViewPr>
      <p:cViewPr>
        <p:scale>
          <a:sx n="93" d="100"/>
          <a:sy n="93" d="100"/>
        </p:scale>
        <p:origin x="840" y="2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4D8EC0-51EE-4598-E179-552C4801A7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52893E2-BBBB-D39E-FA91-DD6C73623E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660413-64A2-CC86-8A4A-6002A026D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365A4-4252-CA4D-8537-5368AA1CFC1A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59ACEE-4125-3EC6-FCBD-9CF19CB2D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03ECCA-A5AE-981E-FD5A-2620139EA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265BD-C8BF-0B42-AFA7-ECA5C74166F4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87608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6C6E81-5AB8-5339-4CEA-8DBE24E7F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00452C-EAD0-3DB2-33BC-DBC9DC1AB6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4641D5-1F08-1363-7C21-29C6ED550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365A4-4252-CA4D-8537-5368AA1CFC1A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579BB0-7736-D267-CC83-809BE84BB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AC4A94-584B-3E50-0A01-4F5366C7E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265BD-C8BF-0B42-AFA7-ECA5C74166F4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57616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43A846-62BF-F615-E5D1-ED16AF612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DD1C206-3E1E-4C15-356B-C4A4C39F3B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D2FDB1-7F78-1B45-B417-21D711E53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365A4-4252-CA4D-8537-5368AA1CFC1A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EFB744-4D9B-93D3-C8E6-14D128B3C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5A22A6-78F3-89EE-F380-9BEAD1042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265BD-C8BF-0B42-AFA7-ECA5C74166F4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39410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C81526-0CDC-3DD4-4476-138B418A6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849BA9-6D43-588A-395A-F9FEF9045E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7F035A1-E3D6-F1C8-A97F-11987763D5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B0F9957-58EB-EE6B-457A-2F2DA2F69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365A4-4252-CA4D-8537-5368AA1CFC1A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BB3239E-9FEB-8926-5E9A-E7D7B276F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1B49ACF-906B-D481-60C6-487F53539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265BD-C8BF-0B42-AFA7-ECA5C74166F4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17100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21E7C6-C316-240D-2239-53272870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7BCAECB-345C-CDBA-A468-AC5BE89432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875C1E2-EE7E-8921-B89D-4D936A1E8B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1CAD77C-871D-B4F1-706E-85D2AC287A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CD3C0FB-4954-E0B3-7260-D31C436C3C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BA18469-9F14-2DD2-D392-363686B13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365A4-4252-CA4D-8537-5368AA1CFC1A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2E3FC0D-9851-08DC-F2F4-6D5E4CADD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CD505DA-49C5-AC97-1893-F9EFDBA42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265BD-C8BF-0B42-AFA7-ECA5C74166F4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09139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D6D768-1D6E-662B-23B3-273C5C965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5EF3DF5-7188-2046-8C81-B3CA4D038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365A4-4252-CA4D-8537-5368AA1CFC1A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6F6DFC5-393D-F319-A548-84CE46645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28917F5-F79D-C735-5BC4-FD2FB266E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265BD-C8BF-0B42-AFA7-ECA5C74166F4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7526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666EDB9-3D72-138A-3EB9-9100D9860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365A4-4252-CA4D-8537-5368AA1CFC1A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CA005F2-99DC-BAAB-AF23-D93F5B84D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83EFBA-F98B-4693-1F26-44156EF9C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265BD-C8BF-0B42-AFA7-ECA5C74166F4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15572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86A796-36D8-346F-F5A6-05CEBCF4D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1D8BF7-EAD7-A245-6722-FA9E4DA2BE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01782B5-8FAB-7C2F-B1BA-C47DEEC7E5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98A7338-C111-20E1-F8A9-FD151D4D0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365A4-4252-CA4D-8537-5368AA1CFC1A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42BB38-6B63-308A-7207-5FDFCF794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583F9D3-DA28-17DB-3D51-17DADA6E6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265BD-C8BF-0B42-AFA7-ECA5C74166F4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83456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DA51D9-F2CF-FC9E-06C8-1080DCB60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9348AF1-68EC-4CD3-675D-064F7BFC68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D462714-A21D-B097-EDB5-B1B1C542CF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4E04B20-C5DC-2762-C141-49EF69994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365A4-4252-CA4D-8537-5368AA1CFC1A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6528D2A-CEB0-35AD-E926-B1FC54E6C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87ED790-1A71-77EB-FB84-282DFBB21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265BD-C8BF-0B42-AFA7-ECA5C74166F4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99386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154352-A444-6950-3AF2-05666343F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3F315A8-09E7-2300-411F-119C42F54D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EB0DB1-1062-06CB-A370-56E7815EC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365A4-4252-CA4D-8537-5368AA1CFC1A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712D5A-F11A-6F77-94FB-28299D806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DD966E-AFC5-931F-A1C0-98605441F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265BD-C8BF-0B42-AFA7-ECA5C74166F4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86652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979C3F8-F3F4-9BE1-4927-D9067C654A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26A8494-3215-4E43-F4B4-2B60F25784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2DDACC-32AB-98D5-9256-14FCF9D73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365A4-4252-CA4D-8537-5368AA1CFC1A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F3893C-FDB8-4DF9-B545-457768C58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5D9CEF-0A0F-FB98-3775-9BC0721FB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265BD-C8BF-0B42-AFA7-ECA5C74166F4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38961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299D5A5-45A2-8272-DEB0-B2AC1EBEC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748C63F-3EA3-D38A-C486-3D65B459F6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4A8CB8-180C-B289-481E-ACF0674C1F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2365A4-4252-CA4D-8537-5368AA1CFC1A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23BCED-188E-53D0-D3F7-5F821228F7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0B116B-4794-D731-B95F-F3B72103A0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D265BD-C8BF-0B42-AFA7-ECA5C74166F4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9506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B44ED7C0-02B5-BFA6-9745-BB3058A115F1}"/>
              </a:ext>
            </a:extLst>
          </p:cNvPr>
          <p:cNvGrpSpPr/>
          <p:nvPr/>
        </p:nvGrpSpPr>
        <p:grpSpPr>
          <a:xfrm>
            <a:off x="318035" y="944724"/>
            <a:ext cx="11555930" cy="4968552"/>
            <a:chOff x="332951" y="944724"/>
            <a:chExt cx="11555930" cy="496855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0" name="立方体 339">
                  <a:extLst>
                    <a:ext uri="{FF2B5EF4-FFF2-40B4-BE49-F238E27FC236}">
                      <a16:creationId xmlns:a16="http://schemas.microsoft.com/office/drawing/2014/main" id="{356AEC74-EA00-DFF8-7554-EB9E89F41AF6}"/>
                    </a:ext>
                  </a:extLst>
                </p:cNvPr>
                <p:cNvSpPr/>
                <p:nvPr/>
              </p:nvSpPr>
              <p:spPr>
                <a:xfrm>
                  <a:off x="571850" y="2119672"/>
                  <a:ext cx="555193" cy="503374"/>
                </a:xfrm>
                <a:prstGeom prst="cube">
                  <a:avLst/>
                </a:prstGeom>
                <a:solidFill>
                  <a:srgbClr val="B6CFE3"/>
                </a:solidFill>
                <a:ln w="12700" cap="flat" cmpd="sng" algn="ctr">
                  <a:solidFill>
                    <a:srgbClr val="4874CB">
                      <a:lumMod val="7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zh-CN" sz="1400" b="0" i="1" u="none" strike="noStrike" kern="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1400" b="0" i="1" u="none" strike="noStrike" kern="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𝑓</m:t>
                            </m:r>
                          </m:e>
                          <m:sub>
                            <m:r>
                              <a:rPr kumimoji="0" lang="en-US" altLang="zh-CN" sz="1400" b="0" i="1" u="none" strike="noStrike" kern="0" cap="none" spc="0" normalizeH="0" baseline="0" noProof="0" dirty="0" err="1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微软雅黑" panose="020B0503020204020204" pitchFamily="34" charset="-122"/>
                    <a:cs typeface="+mn-cs"/>
                  </a:endParaRPr>
                </a:p>
              </p:txBody>
            </p:sp>
          </mc:Choice>
          <mc:Fallback>
            <p:sp>
              <p:nvSpPr>
                <p:cNvPr id="340" name="立方体 339">
                  <a:extLst>
                    <a:ext uri="{FF2B5EF4-FFF2-40B4-BE49-F238E27FC236}">
                      <a16:creationId xmlns:a16="http://schemas.microsoft.com/office/drawing/2014/main" id="{356AEC74-EA00-DFF8-7554-EB9E89F41AF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1850" y="2119672"/>
                  <a:ext cx="555193" cy="503374"/>
                </a:xfrm>
                <a:prstGeom prst="cube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w="12700" cap="flat" cmpd="sng" algn="ctr">
                  <a:solidFill>
                    <a:srgbClr val="4874CB">
                      <a:lumMod val="7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1" name="直接箭头连接符 6">
              <a:extLst>
                <a:ext uri="{FF2B5EF4-FFF2-40B4-BE49-F238E27FC236}">
                  <a16:creationId xmlns:a16="http://schemas.microsoft.com/office/drawing/2014/main" id="{5E20C2CF-DB73-F941-EE50-49964C3342B8}"/>
                </a:ext>
              </a:extLst>
            </p:cNvPr>
            <p:cNvCxnSpPr/>
            <p:nvPr/>
          </p:nvCxnSpPr>
          <p:spPr>
            <a:xfrm>
              <a:off x="1204513" y="2435996"/>
              <a:ext cx="587473" cy="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342" name="文本框 341">
              <a:extLst>
                <a:ext uri="{FF2B5EF4-FFF2-40B4-BE49-F238E27FC236}">
                  <a16:creationId xmlns:a16="http://schemas.microsoft.com/office/drawing/2014/main" id="{1FDBFECF-A4F1-2C54-9BBE-8E604A6675CC}"/>
                </a:ext>
              </a:extLst>
            </p:cNvPr>
            <p:cNvSpPr txBox="1"/>
            <p:nvPr/>
          </p:nvSpPr>
          <p:spPr>
            <a:xfrm>
              <a:off x="1127043" y="2160794"/>
              <a:ext cx="7488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微软雅黑" panose="020B0503020204020204" pitchFamily="34" charset="-122"/>
                  <a:cs typeface="Times New Roman" panose="02020803070505020304" pitchFamily="18" charset="0"/>
                </a:rPr>
                <a:t>Flatten</a:t>
              </a:r>
            </a:p>
          </p:txBody>
        </p:sp>
        <p:sp>
          <p:nvSpPr>
            <p:cNvPr id="343" name="矩形 342">
              <a:extLst>
                <a:ext uri="{FF2B5EF4-FFF2-40B4-BE49-F238E27FC236}">
                  <a16:creationId xmlns:a16="http://schemas.microsoft.com/office/drawing/2014/main" id="{AAD23D8F-22AF-C2FF-3081-D7A0FDECBC2D}"/>
                </a:ext>
              </a:extLst>
            </p:cNvPr>
            <p:cNvSpPr/>
            <p:nvPr/>
          </p:nvSpPr>
          <p:spPr>
            <a:xfrm>
              <a:off x="1882367" y="2368214"/>
              <a:ext cx="142026" cy="135562"/>
            </a:xfrm>
            <a:prstGeom prst="rect">
              <a:avLst/>
            </a:prstGeom>
            <a:solidFill>
              <a:srgbClr val="909090"/>
            </a:solidFill>
            <a:ln w="12700" cap="flat" cmpd="sng" algn="ctr">
              <a:solidFill>
                <a:srgbClr val="4874CB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44" name="矩形 343">
              <a:extLst>
                <a:ext uri="{FF2B5EF4-FFF2-40B4-BE49-F238E27FC236}">
                  <a16:creationId xmlns:a16="http://schemas.microsoft.com/office/drawing/2014/main" id="{757D9B35-E825-52EB-A7E9-EE31EA80D7AA}"/>
                </a:ext>
              </a:extLst>
            </p:cNvPr>
            <p:cNvSpPr/>
            <p:nvPr/>
          </p:nvSpPr>
          <p:spPr>
            <a:xfrm>
              <a:off x="2043760" y="2368214"/>
              <a:ext cx="142026" cy="135562"/>
            </a:xfrm>
            <a:prstGeom prst="rect">
              <a:avLst/>
            </a:prstGeom>
            <a:solidFill>
              <a:srgbClr val="909090"/>
            </a:solidFill>
            <a:ln w="12700" cap="flat" cmpd="sng" algn="ctr">
              <a:solidFill>
                <a:srgbClr val="4874CB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45" name="矩形 344">
              <a:extLst>
                <a:ext uri="{FF2B5EF4-FFF2-40B4-BE49-F238E27FC236}">
                  <a16:creationId xmlns:a16="http://schemas.microsoft.com/office/drawing/2014/main" id="{E5EBB38C-2B13-BA56-6DB8-A5A08F9A5A47}"/>
                </a:ext>
              </a:extLst>
            </p:cNvPr>
            <p:cNvSpPr/>
            <p:nvPr/>
          </p:nvSpPr>
          <p:spPr>
            <a:xfrm>
              <a:off x="2205154" y="2368214"/>
              <a:ext cx="142026" cy="135562"/>
            </a:xfrm>
            <a:prstGeom prst="rect">
              <a:avLst/>
            </a:prstGeom>
            <a:solidFill>
              <a:srgbClr val="909090"/>
            </a:solidFill>
            <a:ln w="12700" cap="flat" cmpd="sng" algn="ctr">
              <a:solidFill>
                <a:srgbClr val="4874CB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46" name="矩形 345">
              <a:extLst>
                <a:ext uri="{FF2B5EF4-FFF2-40B4-BE49-F238E27FC236}">
                  <a16:creationId xmlns:a16="http://schemas.microsoft.com/office/drawing/2014/main" id="{AC201DAA-B459-FB50-8CD0-86C469F2BD1D}"/>
                </a:ext>
              </a:extLst>
            </p:cNvPr>
            <p:cNvSpPr/>
            <p:nvPr/>
          </p:nvSpPr>
          <p:spPr>
            <a:xfrm>
              <a:off x="2366548" y="2368214"/>
              <a:ext cx="142026" cy="135562"/>
            </a:xfrm>
            <a:prstGeom prst="rect">
              <a:avLst/>
            </a:prstGeom>
            <a:solidFill>
              <a:srgbClr val="909090"/>
            </a:solidFill>
            <a:ln w="12700" cap="flat" cmpd="sng" algn="ctr">
              <a:solidFill>
                <a:srgbClr val="4874CB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47" name="矩形 346">
              <a:extLst>
                <a:ext uri="{FF2B5EF4-FFF2-40B4-BE49-F238E27FC236}">
                  <a16:creationId xmlns:a16="http://schemas.microsoft.com/office/drawing/2014/main" id="{DC6A3D21-66B7-A554-380C-7EC4384E8B55}"/>
                </a:ext>
              </a:extLst>
            </p:cNvPr>
            <p:cNvSpPr/>
            <p:nvPr/>
          </p:nvSpPr>
          <p:spPr>
            <a:xfrm>
              <a:off x="2527942" y="2368214"/>
              <a:ext cx="142026" cy="135562"/>
            </a:xfrm>
            <a:prstGeom prst="rect">
              <a:avLst/>
            </a:prstGeom>
            <a:solidFill>
              <a:srgbClr val="909090"/>
            </a:solidFill>
            <a:ln w="12700" cap="flat" cmpd="sng" algn="ctr">
              <a:solidFill>
                <a:srgbClr val="4874CB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48" name="矩形 347">
              <a:extLst>
                <a:ext uri="{FF2B5EF4-FFF2-40B4-BE49-F238E27FC236}">
                  <a16:creationId xmlns:a16="http://schemas.microsoft.com/office/drawing/2014/main" id="{0B5F1432-E33D-55FF-31C2-10E5C41F63C3}"/>
                </a:ext>
              </a:extLst>
            </p:cNvPr>
            <p:cNvSpPr/>
            <p:nvPr/>
          </p:nvSpPr>
          <p:spPr>
            <a:xfrm>
              <a:off x="2689336" y="2368214"/>
              <a:ext cx="142026" cy="135562"/>
            </a:xfrm>
            <a:prstGeom prst="rect">
              <a:avLst/>
            </a:prstGeom>
            <a:solidFill>
              <a:srgbClr val="909090"/>
            </a:solidFill>
            <a:ln w="12700" cap="flat" cmpd="sng" algn="ctr">
              <a:solidFill>
                <a:srgbClr val="4874CB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49" name="矩形 348">
              <a:extLst>
                <a:ext uri="{FF2B5EF4-FFF2-40B4-BE49-F238E27FC236}">
                  <a16:creationId xmlns:a16="http://schemas.microsoft.com/office/drawing/2014/main" id="{7988A94D-03A5-B83B-4B56-3E1005ECCDD1}"/>
                </a:ext>
              </a:extLst>
            </p:cNvPr>
            <p:cNvSpPr/>
            <p:nvPr/>
          </p:nvSpPr>
          <p:spPr>
            <a:xfrm>
              <a:off x="2850730" y="2368214"/>
              <a:ext cx="142026" cy="135562"/>
            </a:xfrm>
            <a:prstGeom prst="rect">
              <a:avLst/>
            </a:prstGeom>
            <a:solidFill>
              <a:srgbClr val="909090"/>
            </a:solidFill>
            <a:ln w="12700" cap="flat" cmpd="sng" algn="ctr">
              <a:solidFill>
                <a:srgbClr val="4874CB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50" name="矩形 349">
              <a:extLst>
                <a:ext uri="{FF2B5EF4-FFF2-40B4-BE49-F238E27FC236}">
                  <a16:creationId xmlns:a16="http://schemas.microsoft.com/office/drawing/2014/main" id="{E92169EF-4BE9-3876-479D-DB010E3DCF0B}"/>
                </a:ext>
              </a:extLst>
            </p:cNvPr>
            <p:cNvSpPr/>
            <p:nvPr/>
          </p:nvSpPr>
          <p:spPr>
            <a:xfrm>
              <a:off x="3012124" y="2368214"/>
              <a:ext cx="142026" cy="135562"/>
            </a:xfrm>
            <a:prstGeom prst="rect">
              <a:avLst/>
            </a:prstGeom>
            <a:solidFill>
              <a:srgbClr val="909090"/>
            </a:solidFill>
            <a:ln w="12700" cap="flat" cmpd="sng" algn="ctr">
              <a:solidFill>
                <a:srgbClr val="4874CB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351" name="直接箭头连接符 17">
              <a:extLst>
                <a:ext uri="{FF2B5EF4-FFF2-40B4-BE49-F238E27FC236}">
                  <a16:creationId xmlns:a16="http://schemas.microsoft.com/office/drawing/2014/main" id="{25CE93D4-B8A0-0529-9A9D-273DEA047BE1}"/>
                </a:ext>
              </a:extLst>
            </p:cNvPr>
            <p:cNvCxnSpPr/>
            <p:nvPr/>
          </p:nvCxnSpPr>
          <p:spPr>
            <a:xfrm>
              <a:off x="3238074" y="2435996"/>
              <a:ext cx="703676" cy="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2" name="文本框 351">
                  <a:extLst>
                    <a:ext uri="{FF2B5EF4-FFF2-40B4-BE49-F238E27FC236}">
                      <a16:creationId xmlns:a16="http://schemas.microsoft.com/office/drawing/2014/main" id="{F4FBA5EC-D676-5D76-E0EF-FE1C05142C42}"/>
                    </a:ext>
                  </a:extLst>
                </p:cNvPr>
                <p:cNvSpPr txBox="1"/>
                <p:nvPr/>
              </p:nvSpPr>
              <p:spPr>
                <a:xfrm>
                  <a:off x="3226020" y="2169773"/>
                  <a:ext cx="70367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mbria" panose="02040503050406030204" pitchFamily="18" charset="0"/>
                      <a:ea typeface="微软雅黑" panose="020B0503020204020204" pitchFamily="34" charset="-122"/>
                      <a:cs typeface="Times New Roman" panose="02020803070505020304" pitchFamily="18" charset="0"/>
                    </a:rPr>
                    <a:t>Insert</a:t>
                  </a:r>
                  <a:r>
                    <a:rPr kumimoji="0" lang="en-US" altLang="zh-CN" sz="11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mbria" panose="02040503050406030204" pitchFamily="18" charset="0"/>
                      <a:ea typeface="微软雅黑" panose="020B0503020204020204" pitchFamily="34" charset="-122"/>
                      <a:cs typeface="Times New Roman" panose="020208030705050203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US" altLang="zh-CN" sz="11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Times New Roman" panose="02020803070505020304" pitchFamily="18" charset="0"/>
                        </a:rPr>
                        <m:t>Π</m:t>
                      </m:r>
                    </m:oMath>
                  </a14:m>
                  <a:endParaRPr kumimoji="0" lang="zh-CN" alt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微软雅黑" panose="020B0503020204020204" pitchFamily="34" charset="-122"/>
                    <a:cs typeface="Times New Roman" panose="02020803070505020304" pitchFamily="18" charset="0"/>
                  </a:endParaRPr>
                </a:p>
              </p:txBody>
            </p:sp>
          </mc:Choice>
          <mc:Fallback>
            <p:sp>
              <p:nvSpPr>
                <p:cNvPr id="352" name="文本框 351">
                  <a:extLst>
                    <a:ext uri="{FF2B5EF4-FFF2-40B4-BE49-F238E27FC236}">
                      <a16:creationId xmlns:a16="http://schemas.microsoft.com/office/drawing/2014/main" id="{F4FBA5EC-D676-5D76-E0EF-FE1C05142C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6020" y="2169773"/>
                  <a:ext cx="703676" cy="276999"/>
                </a:xfrm>
                <a:prstGeom prst="rect">
                  <a:avLst/>
                </a:prstGeom>
                <a:blipFill>
                  <a:blip r:embed="rId3"/>
                  <a:stretch>
                    <a:fillRect b="-1739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3" name="矩形 352">
              <a:extLst>
                <a:ext uri="{FF2B5EF4-FFF2-40B4-BE49-F238E27FC236}">
                  <a16:creationId xmlns:a16="http://schemas.microsoft.com/office/drawing/2014/main" id="{1B98E26E-3BD3-CC56-BC89-666673B0661F}"/>
                </a:ext>
              </a:extLst>
            </p:cNvPr>
            <p:cNvSpPr/>
            <p:nvPr/>
          </p:nvSpPr>
          <p:spPr>
            <a:xfrm>
              <a:off x="3974887" y="2368214"/>
              <a:ext cx="142026" cy="135562"/>
            </a:xfrm>
            <a:prstGeom prst="rect">
              <a:avLst/>
            </a:prstGeom>
            <a:solidFill>
              <a:srgbClr val="F3A13D"/>
            </a:solidFill>
            <a:ln w="12700" cap="flat" cmpd="sng" algn="ctr">
              <a:solidFill>
                <a:srgbClr val="4874CB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54" name="矩形 353">
              <a:extLst>
                <a:ext uri="{FF2B5EF4-FFF2-40B4-BE49-F238E27FC236}">
                  <a16:creationId xmlns:a16="http://schemas.microsoft.com/office/drawing/2014/main" id="{0282C624-F77B-6837-6D96-C832C329C2B5}"/>
                </a:ext>
              </a:extLst>
            </p:cNvPr>
            <p:cNvSpPr/>
            <p:nvPr/>
          </p:nvSpPr>
          <p:spPr>
            <a:xfrm>
              <a:off x="4136281" y="2368214"/>
              <a:ext cx="142026" cy="135562"/>
            </a:xfrm>
            <a:prstGeom prst="rect">
              <a:avLst/>
            </a:prstGeom>
            <a:solidFill>
              <a:srgbClr val="909090"/>
            </a:solidFill>
            <a:ln w="12700" cap="flat" cmpd="sng" algn="ctr">
              <a:solidFill>
                <a:srgbClr val="4874CB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55" name="矩形 354">
              <a:extLst>
                <a:ext uri="{FF2B5EF4-FFF2-40B4-BE49-F238E27FC236}">
                  <a16:creationId xmlns:a16="http://schemas.microsoft.com/office/drawing/2014/main" id="{2041B674-EA74-2C94-239D-9FF458C8DDF6}"/>
                </a:ext>
              </a:extLst>
            </p:cNvPr>
            <p:cNvSpPr/>
            <p:nvPr/>
          </p:nvSpPr>
          <p:spPr>
            <a:xfrm>
              <a:off x="4297675" y="2368214"/>
              <a:ext cx="142026" cy="135562"/>
            </a:xfrm>
            <a:prstGeom prst="rect">
              <a:avLst/>
            </a:prstGeom>
            <a:solidFill>
              <a:srgbClr val="F2A038"/>
            </a:solidFill>
            <a:ln w="12700" cap="flat" cmpd="sng" algn="ctr">
              <a:solidFill>
                <a:srgbClr val="4874CB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56" name="矩形 355">
              <a:extLst>
                <a:ext uri="{FF2B5EF4-FFF2-40B4-BE49-F238E27FC236}">
                  <a16:creationId xmlns:a16="http://schemas.microsoft.com/office/drawing/2014/main" id="{8BBEC322-D2CB-22BF-888E-B8AB3A7712FB}"/>
                </a:ext>
              </a:extLst>
            </p:cNvPr>
            <p:cNvSpPr/>
            <p:nvPr/>
          </p:nvSpPr>
          <p:spPr>
            <a:xfrm>
              <a:off x="4459069" y="2368214"/>
              <a:ext cx="142026" cy="135562"/>
            </a:xfrm>
            <a:prstGeom prst="rect">
              <a:avLst/>
            </a:prstGeom>
            <a:solidFill>
              <a:srgbClr val="909090"/>
            </a:solidFill>
            <a:ln w="12700" cap="flat" cmpd="sng" algn="ctr">
              <a:solidFill>
                <a:srgbClr val="4874CB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57" name="矩形 356">
              <a:extLst>
                <a:ext uri="{FF2B5EF4-FFF2-40B4-BE49-F238E27FC236}">
                  <a16:creationId xmlns:a16="http://schemas.microsoft.com/office/drawing/2014/main" id="{D459E902-11AD-E5BB-829B-DC98B1466A22}"/>
                </a:ext>
              </a:extLst>
            </p:cNvPr>
            <p:cNvSpPr/>
            <p:nvPr/>
          </p:nvSpPr>
          <p:spPr>
            <a:xfrm>
              <a:off x="4620463" y="2368214"/>
              <a:ext cx="142026" cy="135562"/>
            </a:xfrm>
            <a:prstGeom prst="rect">
              <a:avLst/>
            </a:prstGeom>
            <a:solidFill>
              <a:srgbClr val="F6A33B"/>
            </a:solidFill>
            <a:ln w="12700" cap="flat" cmpd="sng" algn="ctr">
              <a:solidFill>
                <a:srgbClr val="4874CB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58" name="矩形 357">
              <a:extLst>
                <a:ext uri="{FF2B5EF4-FFF2-40B4-BE49-F238E27FC236}">
                  <a16:creationId xmlns:a16="http://schemas.microsoft.com/office/drawing/2014/main" id="{3739F135-756D-9A24-C557-07EEFDE3637D}"/>
                </a:ext>
              </a:extLst>
            </p:cNvPr>
            <p:cNvSpPr/>
            <p:nvPr/>
          </p:nvSpPr>
          <p:spPr>
            <a:xfrm>
              <a:off x="4781857" y="2368214"/>
              <a:ext cx="142026" cy="135562"/>
            </a:xfrm>
            <a:prstGeom prst="rect">
              <a:avLst/>
            </a:prstGeom>
            <a:solidFill>
              <a:srgbClr val="909090"/>
            </a:solidFill>
            <a:ln w="12700" cap="flat" cmpd="sng" algn="ctr">
              <a:solidFill>
                <a:srgbClr val="4874CB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59" name="矩形 358">
              <a:extLst>
                <a:ext uri="{FF2B5EF4-FFF2-40B4-BE49-F238E27FC236}">
                  <a16:creationId xmlns:a16="http://schemas.microsoft.com/office/drawing/2014/main" id="{B33A69C6-441E-D621-B60C-AD26C47C2D43}"/>
                </a:ext>
              </a:extLst>
            </p:cNvPr>
            <p:cNvSpPr/>
            <p:nvPr/>
          </p:nvSpPr>
          <p:spPr>
            <a:xfrm>
              <a:off x="4943251" y="2368214"/>
              <a:ext cx="142026" cy="135562"/>
            </a:xfrm>
            <a:prstGeom prst="rect">
              <a:avLst/>
            </a:prstGeom>
            <a:solidFill>
              <a:srgbClr val="F6A33B"/>
            </a:solidFill>
            <a:ln w="12700" cap="flat" cmpd="sng" algn="ctr">
              <a:solidFill>
                <a:srgbClr val="4874CB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60" name="矩形 359">
              <a:extLst>
                <a:ext uri="{FF2B5EF4-FFF2-40B4-BE49-F238E27FC236}">
                  <a16:creationId xmlns:a16="http://schemas.microsoft.com/office/drawing/2014/main" id="{032EF9AE-3EA4-8AEA-A972-29AADC2C2654}"/>
                </a:ext>
              </a:extLst>
            </p:cNvPr>
            <p:cNvSpPr/>
            <p:nvPr/>
          </p:nvSpPr>
          <p:spPr>
            <a:xfrm>
              <a:off x="5104644" y="2368214"/>
              <a:ext cx="142026" cy="135562"/>
            </a:xfrm>
            <a:prstGeom prst="rect">
              <a:avLst/>
            </a:prstGeom>
            <a:solidFill>
              <a:srgbClr val="909090"/>
            </a:solidFill>
            <a:ln w="12700" cap="flat" cmpd="sng" algn="ctr">
              <a:solidFill>
                <a:srgbClr val="4874CB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61" name="矩形 360">
              <a:extLst>
                <a:ext uri="{FF2B5EF4-FFF2-40B4-BE49-F238E27FC236}">
                  <a16:creationId xmlns:a16="http://schemas.microsoft.com/office/drawing/2014/main" id="{115C9BC2-64A9-FEF2-3D3A-FA4EBE4A2753}"/>
                </a:ext>
              </a:extLst>
            </p:cNvPr>
            <p:cNvSpPr/>
            <p:nvPr/>
          </p:nvSpPr>
          <p:spPr>
            <a:xfrm>
              <a:off x="5264741" y="2368214"/>
              <a:ext cx="142026" cy="135562"/>
            </a:xfrm>
            <a:prstGeom prst="rect">
              <a:avLst/>
            </a:prstGeom>
            <a:solidFill>
              <a:srgbClr val="F6A33B"/>
            </a:solidFill>
            <a:ln w="12700" cap="flat" cmpd="sng" algn="ctr">
              <a:solidFill>
                <a:srgbClr val="4874CB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62" name="矩形 361">
              <a:extLst>
                <a:ext uri="{FF2B5EF4-FFF2-40B4-BE49-F238E27FC236}">
                  <a16:creationId xmlns:a16="http://schemas.microsoft.com/office/drawing/2014/main" id="{D0C8191E-E557-A44A-0DB4-C4C3980A3FBC}"/>
                </a:ext>
              </a:extLst>
            </p:cNvPr>
            <p:cNvSpPr/>
            <p:nvPr/>
          </p:nvSpPr>
          <p:spPr>
            <a:xfrm>
              <a:off x="5426135" y="2368214"/>
              <a:ext cx="142026" cy="135562"/>
            </a:xfrm>
            <a:prstGeom prst="rect">
              <a:avLst/>
            </a:prstGeom>
            <a:solidFill>
              <a:srgbClr val="909090"/>
            </a:solidFill>
            <a:ln w="12700" cap="flat" cmpd="sng" algn="ctr">
              <a:solidFill>
                <a:srgbClr val="4874CB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63" name="矩形 362">
              <a:extLst>
                <a:ext uri="{FF2B5EF4-FFF2-40B4-BE49-F238E27FC236}">
                  <a16:creationId xmlns:a16="http://schemas.microsoft.com/office/drawing/2014/main" id="{2512BC1A-45EB-CB14-2FC6-9ABDE555DBBF}"/>
                </a:ext>
              </a:extLst>
            </p:cNvPr>
            <p:cNvSpPr/>
            <p:nvPr/>
          </p:nvSpPr>
          <p:spPr>
            <a:xfrm>
              <a:off x="5587529" y="2368214"/>
              <a:ext cx="142026" cy="135562"/>
            </a:xfrm>
            <a:prstGeom prst="rect">
              <a:avLst/>
            </a:prstGeom>
            <a:solidFill>
              <a:srgbClr val="F6A33B"/>
            </a:solidFill>
            <a:ln w="12700" cap="flat" cmpd="sng" algn="ctr">
              <a:solidFill>
                <a:srgbClr val="4874CB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64" name="矩形 363">
              <a:extLst>
                <a:ext uri="{FF2B5EF4-FFF2-40B4-BE49-F238E27FC236}">
                  <a16:creationId xmlns:a16="http://schemas.microsoft.com/office/drawing/2014/main" id="{634275EF-2312-FACB-549D-ECC2DDFE90B8}"/>
                </a:ext>
              </a:extLst>
            </p:cNvPr>
            <p:cNvSpPr/>
            <p:nvPr/>
          </p:nvSpPr>
          <p:spPr>
            <a:xfrm>
              <a:off x="5748923" y="2368214"/>
              <a:ext cx="142026" cy="135562"/>
            </a:xfrm>
            <a:prstGeom prst="rect">
              <a:avLst/>
            </a:prstGeom>
            <a:solidFill>
              <a:srgbClr val="909090"/>
            </a:solidFill>
            <a:ln w="12700" cap="flat" cmpd="sng" algn="ctr">
              <a:solidFill>
                <a:srgbClr val="4874CB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65" name="矩形 364">
              <a:extLst>
                <a:ext uri="{FF2B5EF4-FFF2-40B4-BE49-F238E27FC236}">
                  <a16:creationId xmlns:a16="http://schemas.microsoft.com/office/drawing/2014/main" id="{6240224F-D8EA-ABD9-F2C9-53EB9BA67642}"/>
                </a:ext>
              </a:extLst>
            </p:cNvPr>
            <p:cNvSpPr/>
            <p:nvPr/>
          </p:nvSpPr>
          <p:spPr>
            <a:xfrm>
              <a:off x="5910317" y="2368213"/>
              <a:ext cx="142026" cy="135562"/>
            </a:xfrm>
            <a:prstGeom prst="rect">
              <a:avLst/>
            </a:prstGeom>
            <a:solidFill>
              <a:srgbClr val="F6A33B"/>
            </a:solidFill>
            <a:ln w="12700" cap="flat" cmpd="sng" algn="ctr">
              <a:solidFill>
                <a:srgbClr val="4874CB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6" name="立方体 365">
                  <a:extLst>
                    <a:ext uri="{FF2B5EF4-FFF2-40B4-BE49-F238E27FC236}">
                      <a16:creationId xmlns:a16="http://schemas.microsoft.com/office/drawing/2014/main" id="{83C7768B-90C1-1AF1-2D73-933CDA7EDB4B}"/>
                    </a:ext>
                  </a:extLst>
                </p:cNvPr>
                <p:cNvSpPr/>
                <p:nvPr/>
              </p:nvSpPr>
              <p:spPr>
                <a:xfrm>
                  <a:off x="10193858" y="944724"/>
                  <a:ext cx="555193" cy="503374"/>
                </a:xfrm>
                <a:prstGeom prst="cube">
                  <a:avLst/>
                </a:prstGeom>
                <a:solidFill>
                  <a:srgbClr val="C2DBBD"/>
                </a:solidFill>
                <a:ln w="12700" cap="flat" cmpd="sng" algn="ctr">
                  <a:solidFill>
                    <a:srgbClr val="4874CB">
                      <a:lumMod val="7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̃"/>
                            <m:ctrlPr>
                              <a:rPr kumimoji="0" lang="en-US" altLang="zh-CN" sz="1600" b="0" i="1" u="none" strike="noStrike" kern="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kumimoji="0" lang="en-US" altLang="zh-CN" sz="1600" b="0" i="1" u="none" strike="noStrike" kern="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1600" b="0" i="1" u="none" strike="noStrike" kern="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kumimoji="0" lang="en-US" altLang="zh-CN" sz="1600" b="0" i="1" u="none" strike="noStrike" kern="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𝑡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微软雅黑" panose="020B0503020204020204" pitchFamily="34" charset="-122"/>
                    <a:cs typeface="+mn-cs"/>
                  </a:endParaRPr>
                </a:p>
              </p:txBody>
            </p:sp>
          </mc:Choice>
          <mc:Fallback>
            <p:sp>
              <p:nvSpPr>
                <p:cNvPr id="366" name="立方体 365">
                  <a:extLst>
                    <a:ext uri="{FF2B5EF4-FFF2-40B4-BE49-F238E27FC236}">
                      <a16:creationId xmlns:a16="http://schemas.microsoft.com/office/drawing/2014/main" id="{83C7768B-90C1-1AF1-2D73-933CDA7EDB4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93858" y="944724"/>
                  <a:ext cx="555193" cy="503374"/>
                </a:xfrm>
                <a:prstGeom prst="cube">
                  <a:avLst/>
                </a:prstGeom>
                <a:blipFill>
                  <a:blip r:embed="rId4"/>
                  <a:stretch>
                    <a:fillRect b="-2381"/>
                  </a:stretch>
                </a:blipFill>
                <a:ln w="12700" cap="flat" cmpd="sng" algn="ctr">
                  <a:solidFill>
                    <a:srgbClr val="4874CB">
                      <a:lumMod val="7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7" name="矩形: 圆角 1">
              <a:extLst>
                <a:ext uri="{FF2B5EF4-FFF2-40B4-BE49-F238E27FC236}">
                  <a16:creationId xmlns:a16="http://schemas.microsoft.com/office/drawing/2014/main" id="{ED2C048D-3585-228F-37ED-F408148E9325}"/>
                </a:ext>
              </a:extLst>
            </p:cNvPr>
            <p:cNvSpPr/>
            <p:nvPr/>
          </p:nvSpPr>
          <p:spPr>
            <a:xfrm>
              <a:off x="7604494" y="2903390"/>
              <a:ext cx="757666" cy="309655"/>
            </a:xfrm>
            <a:prstGeom prst="roundRect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4874CB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微软雅黑" panose="020B0503020204020204" pitchFamily="34" charset="-122"/>
                  <a:cs typeface="Times New Roman" panose="02020803070505020304" pitchFamily="18" charset="0"/>
                </a:rPr>
                <a:t>Average</a:t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  <a:cs typeface="Times New Roman" panose="0202080307050502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8" name="文本框 367">
                  <a:extLst>
                    <a:ext uri="{FF2B5EF4-FFF2-40B4-BE49-F238E27FC236}">
                      <a16:creationId xmlns:a16="http://schemas.microsoft.com/office/drawing/2014/main" id="{23011BED-E59A-7E3F-08B6-14411E287CE2}"/>
                    </a:ext>
                  </a:extLst>
                </p:cNvPr>
                <p:cNvSpPr txBox="1"/>
                <p:nvPr/>
              </p:nvSpPr>
              <p:spPr>
                <a:xfrm>
                  <a:off x="8795170" y="2912522"/>
                  <a:ext cx="253347" cy="2913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zh-CN" sz="1800" b="0" i="1" u="none" strike="noStrike" kern="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1800" b="0" i="1" u="none" strike="noStrike" kern="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kumimoji="0" lang="en-US" altLang="zh-CN" sz="1800" b="0" i="1" u="none" strike="noStrike" kern="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微软雅黑" panose="020B0503020204020204" pitchFamily="34" charset="-122"/>
                  </a:endParaRPr>
                </a:p>
              </p:txBody>
            </p:sp>
          </mc:Choice>
          <mc:Fallback>
            <p:sp>
              <p:nvSpPr>
                <p:cNvPr id="368" name="文本框 367">
                  <a:extLst>
                    <a:ext uri="{FF2B5EF4-FFF2-40B4-BE49-F238E27FC236}">
                      <a16:creationId xmlns:a16="http://schemas.microsoft.com/office/drawing/2014/main" id="{23011BED-E59A-7E3F-08B6-14411E287C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5170" y="2912522"/>
                  <a:ext cx="253347" cy="291390"/>
                </a:xfrm>
                <a:prstGeom prst="rect">
                  <a:avLst/>
                </a:prstGeom>
                <a:blipFill>
                  <a:blip r:embed="rId5"/>
                  <a:stretch>
                    <a:fillRect l="-9524" b="-8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9" name="矩形: 圆角 5">
                  <a:extLst>
                    <a:ext uri="{FF2B5EF4-FFF2-40B4-BE49-F238E27FC236}">
                      <a16:creationId xmlns:a16="http://schemas.microsoft.com/office/drawing/2014/main" id="{0932A057-9142-8132-2991-996F767A898F}"/>
                    </a:ext>
                  </a:extLst>
                </p:cNvPr>
                <p:cNvSpPr/>
                <p:nvPr/>
              </p:nvSpPr>
              <p:spPr>
                <a:xfrm>
                  <a:off x="9447650" y="2919522"/>
                  <a:ext cx="531671" cy="296478"/>
                </a:xfrm>
                <a:prstGeom prst="roundRect">
                  <a:avLst/>
                </a:prstGeom>
                <a:solidFill>
                  <a:sysClr val="window" lastClr="FFFFFF"/>
                </a:solidFill>
                <a:ln w="12700" cap="flat" cmpd="sng" algn="ctr">
                  <a:solidFill>
                    <a:srgbClr val="4874CB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lvl="0" algn="ctr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l-GR" altLang="zh-CN" sz="1400" kern="0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Ψ</m:t>
                        </m:r>
                        <m:d>
                          <m:dPr>
                            <m:ctrlPr>
                              <a:rPr lang="el-GR" altLang="zh-CN" sz="1400" i="1" kern="0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l-GR" altLang="zh-CN" sz="1400" kern="0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·</m:t>
                            </m:r>
                          </m:e>
                        </m:d>
                      </m:oMath>
                    </m:oMathPara>
                  </a14:m>
                  <a:endParaRPr kumimoji="0" lang="zh-CN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软雅黑" panose="020B0503020204020204" pitchFamily="34" charset="-122"/>
                    <a:cs typeface="+mn-cs"/>
                  </a:endParaRPr>
                </a:p>
              </p:txBody>
            </p:sp>
          </mc:Choice>
          <mc:Fallback>
            <p:sp>
              <p:nvSpPr>
                <p:cNvPr id="369" name="矩形: 圆角 5">
                  <a:extLst>
                    <a:ext uri="{FF2B5EF4-FFF2-40B4-BE49-F238E27FC236}">
                      <a16:creationId xmlns:a16="http://schemas.microsoft.com/office/drawing/2014/main" id="{0932A057-9142-8132-2991-996F767A898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47650" y="2919522"/>
                  <a:ext cx="531671" cy="296478"/>
                </a:xfrm>
                <a:prstGeom prst="round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12700" cap="flat" cmpd="sng" algn="ctr">
                  <a:solidFill>
                    <a:srgbClr val="4874CB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0" name="文本框 369">
                  <a:extLst>
                    <a:ext uri="{FF2B5EF4-FFF2-40B4-BE49-F238E27FC236}">
                      <a16:creationId xmlns:a16="http://schemas.microsoft.com/office/drawing/2014/main" id="{9F4F1A05-FEBB-B600-F99D-3E6EA70250E1}"/>
                    </a:ext>
                  </a:extLst>
                </p:cNvPr>
                <p:cNvSpPr txBox="1"/>
                <p:nvPr/>
              </p:nvSpPr>
              <p:spPr>
                <a:xfrm>
                  <a:off x="10443040" y="2808972"/>
                  <a:ext cx="234191" cy="51802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zh-CN" sz="1600" b="0" i="1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𝛾</m:t>
                        </m:r>
                      </m:oMath>
                    </m:oMathPara>
                  </a14:m>
                  <a:endParaRPr kumimoji="0" lang="en-US" altLang="zh-CN" sz="1600" b="0" i="1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微软雅黑" panose="020B0503020204020204" pitchFamily="34" charset="-122"/>
                  </a:endParaRPr>
                </a:p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zh-CN" sz="1600" b="0" i="1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0" lang="en-US" altLang="zh-CN" sz="1600" b="0" i="1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kumimoji="0" lang="zh-CN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微软雅黑" panose="020B0503020204020204" pitchFamily="34" charset="-122"/>
                  </a:endParaRPr>
                </a:p>
              </p:txBody>
            </p:sp>
          </mc:Choice>
          <mc:Fallback>
            <p:sp>
              <p:nvSpPr>
                <p:cNvPr id="370" name="文本框 369">
                  <a:extLst>
                    <a:ext uri="{FF2B5EF4-FFF2-40B4-BE49-F238E27FC236}">
                      <a16:creationId xmlns:a16="http://schemas.microsoft.com/office/drawing/2014/main" id="{9F4F1A05-FEBB-B600-F99D-3E6EA70250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43040" y="2808972"/>
                  <a:ext cx="234191" cy="518027"/>
                </a:xfrm>
                <a:prstGeom prst="rect">
                  <a:avLst/>
                </a:prstGeom>
                <a:blipFill>
                  <a:blip r:embed="rId7"/>
                  <a:stretch>
                    <a:fillRect l="-31579" r="-21053" b="-952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71" name="直接箭头连接符 33">
              <a:extLst>
                <a:ext uri="{FF2B5EF4-FFF2-40B4-BE49-F238E27FC236}">
                  <a16:creationId xmlns:a16="http://schemas.microsoft.com/office/drawing/2014/main" id="{E517D003-1163-0262-84FE-2ED3DA33D5E2}"/>
                </a:ext>
              </a:extLst>
            </p:cNvPr>
            <p:cNvCxnSpPr>
              <a:stCxn id="367" idx="3"/>
              <a:endCxn id="368" idx="1"/>
            </p:cNvCxnSpPr>
            <p:nvPr/>
          </p:nvCxnSpPr>
          <p:spPr>
            <a:xfrm>
              <a:off x="8362160" y="3058217"/>
              <a:ext cx="433011" cy="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372" name="直接箭头连接符 39">
              <a:extLst>
                <a:ext uri="{FF2B5EF4-FFF2-40B4-BE49-F238E27FC236}">
                  <a16:creationId xmlns:a16="http://schemas.microsoft.com/office/drawing/2014/main" id="{A31101FE-D79C-3B29-AA18-F566C3FDD9C1}"/>
                </a:ext>
              </a:extLst>
            </p:cNvPr>
            <p:cNvCxnSpPr>
              <a:stCxn id="368" idx="3"/>
              <a:endCxn id="369" idx="1"/>
            </p:cNvCxnSpPr>
            <p:nvPr/>
          </p:nvCxnSpPr>
          <p:spPr>
            <a:xfrm>
              <a:off x="9048517" y="3058217"/>
              <a:ext cx="399132" cy="9544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373" name="直接连接符 44">
              <a:extLst>
                <a:ext uri="{FF2B5EF4-FFF2-40B4-BE49-F238E27FC236}">
                  <a16:creationId xmlns:a16="http://schemas.microsoft.com/office/drawing/2014/main" id="{3E56587F-73CB-F1AC-046B-13F6964FDED3}"/>
                </a:ext>
              </a:extLst>
            </p:cNvPr>
            <p:cNvCxnSpPr>
              <a:cxnSpLocks/>
              <a:stCxn id="369" idx="3"/>
            </p:cNvCxnSpPr>
            <p:nvPr/>
          </p:nvCxnSpPr>
          <p:spPr>
            <a:xfrm>
              <a:off x="9979321" y="3067762"/>
              <a:ext cx="268907" cy="0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374" name="直接箭头连接符 51">
              <a:extLst>
                <a:ext uri="{FF2B5EF4-FFF2-40B4-BE49-F238E27FC236}">
                  <a16:creationId xmlns:a16="http://schemas.microsoft.com/office/drawing/2014/main" id="{8835FF9B-83A7-8113-7F79-86EE9F9BCCC6}"/>
                </a:ext>
              </a:extLst>
            </p:cNvPr>
            <p:cNvCxnSpPr/>
            <p:nvPr/>
          </p:nvCxnSpPr>
          <p:spPr>
            <a:xfrm flipV="1">
              <a:off x="10231817" y="2941861"/>
              <a:ext cx="220773" cy="120238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375" name="直接箭头连接符 68">
              <a:extLst>
                <a:ext uri="{FF2B5EF4-FFF2-40B4-BE49-F238E27FC236}">
                  <a16:creationId xmlns:a16="http://schemas.microsoft.com/office/drawing/2014/main" id="{33D1AC2E-C605-A236-B0F5-B3B54FE7331A}"/>
                </a:ext>
              </a:extLst>
            </p:cNvPr>
            <p:cNvCxnSpPr/>
            <p:nvPr/>
          </p:nvCxnSpPr>
          <p:spPr>
            <a:xfrm>
              <a:off x="10231817" y="3066552"/>
              <a:ext cx="220773" cy="131371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376" name="直接箭头连接符 98">
              <a:extLst>
                <a:ext uri="{FF2B5EF4-FFF2-40B4-BE49-F238E27FC236}">
                  <a16:creationId xmlns:a16="http://schemas.microsoft.com/office/drawing/2014/main" id="{FF915805-88D2-54B9-133E-43744CE876AD}"/>
                </a:ext>
              </a:extLst>
            </p:cNvPr>
            <p:cNvCxnSpPr>
              <a:cxnSpLocks/>
              <a:endCxn id="366" idx="3"/>
            </p:cNvCxnSpPr>
            <p:nvPr/>
          </p:nvCxnSpPr>
          <p:spPr>
            <a:xfrm flipV="1">
              <a:off x="10408532" y="1448098"/>
              <a:ext cx="0" cy="336627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7" name="文本框 376">
                  <a:extLst>
                    <a:ext uri="{FF2B5EF4-FFF2-40B4-BE49-F238E27FC236}">
                      <a16:creationId xmlns:a16="http://schemas.microsoft.com/office/drawing/2014/main" id="{8E9986BA-1249-0D19-4C4C-740024BEFCE9}"/>
                    </a:ext>
                  </a:extLst>
                </p:cNvPr>
                <p:cNvSpPr txBox="1"/>
                <p:nvPr/>
              </p:nvSpPr>
              <p:spPr>
                <a:xfrm>
                  <a:off x="9526376" y="1813478"/>
                  <a:ext cx="2362505" cy="2084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lvl="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kern="0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i="1" kern="0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1200" i="1" kern="0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sz="1200" i="1" kern="0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⊙</m:t>
                        </m:r>
                        <m:d>
                          <m:dPr>
                            <m:ctrlPr>
                              <a:rPr lang="en-US" altLang="zh-CN" sz="1200" i="1" kern="0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200" i="1" kern="0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en-US" altLang="zh-CN" sz="1200" i="1" kern="0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𝑡𝑎𝑛h</m:t>
                            </m:r>
                            <m:d>
                              <m:dPr>
                                <m:ctrlPr>
                                  <a:rPr lang="en-US" altLang="zh-CN" sz="1200" i="1" kern="0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l-GR" altLang="zh-CN" sz="1200" i="1" kern="0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</m:d>
                          </m:e>
                        </m:d>
                        <m:r>
                          <a:rPr lang="el-GR" altLang="zh-CN" sz="1200" i="1" kern="0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+0.1·</m:t>
                        </m:r>
                        <m:r>
                          <a:rPr lang="en-US" altLang="zh-CN" sz="1200" i="1" kern="0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𝑡𝑎𝑛h</m:t>
                        </m:r>
                        <m:d>
                          <m:dPr>
                            <m:ctrlPr>
                              <a:rPr lang="en-US" altLang="zh-CN" sz="1200" i="1" kern="0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l-GR" altLang="zh-CN" sz="1200" i="1" kern="0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</m:oMath>
                    </m:oMathPara>
                  </a14:m>
                  <a:endPara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微软雅黑" panose="020B0503020204020204" pitchFamily="34" charset="-122"/>
                  </a:endParaRPr>
                </a:p>
              </p:txBody>
            </p:sp>
          </mc:Choice>
          <mc:Fallback>
            <p:sp>
              <p:nvSpPr>
                <p:cNvPr id="377" name="文本框 376">
                  <a:extLst>
                    <a:ext uri="{FF2B5EF4-FFF2-40B4-BE49-F238E27FC236}">
                      <a16:creationId xmlns:a16="http://schemas.microsoft.com/office/drawing/2014/main" id="{8E9986BA-1249-0D19-4C4C-740024BEFC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26376" y="1813478"/>
                  <a:ext cx="2362505" cy="208455"/>
                </a:xfrm>
                <a:prstGeom prst="rect">
                  <a:avLst/>
                </a:prstGeom>
                <a:blipFill>
                  <a:blip r:embed="rId8"/>
                  <a:stretch>
                    <a:fillRect l="-1596" b="-222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8" name="文本框 377">
                  <a:extLst>
                    <a:ext uri="{FF2B5EF4-FFF2-40B4-BE49-F238E27FC236}">
                      <a16:creationId xmlns:a16="http://schemas.microsoft.com/office/drawing/2014/main" id="{E3A80B90-31B3-AFCF-6297-CE0039BF3CA1}"/>
                    </a:ext>
                  </a:extLst>
                </p:cNvPr>
                <p:cNvSpPr txBox="1"/>
                <p:nvPr/>
              </p:nvSpPr>
              <p:spPr>
                <a:xfrm>
                  <a:off x="433623" y="2642801"/>
                  <a:ext cx="722955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0" lang="en-US" altLang="zh-CN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kumimoji="0" lang="en-US" altLang="zh-CN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× </m:t>
                        </m:r>
                        <m:r>
                          <m:rPr>
                            <m:sty m:val="p"/>
                          </m:rPr>
                          <a:rPr kumimoji="0" lang="en-US" altLang="zh-CN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kumimoji="0" lang="en-US" altLang="zh-CN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× </m:t>
                        </m:r>
                        <m:r>
                          <m:rPr>
                            <m:sty m:val="p"/>
                          </m:rPr>
                          <a:rPr kumimoji="0" lang="en-US" altLang="zh-CN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W</m:t>
                        </m:r>
                      </m:oMath>
                    </m:oMathPara>
                  </a14:m>
                  <a:endPara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微软雅黑" panose="020B0503020204020204" pitchFamily="34" charset="-122"/>
                    <a:cs typeface="Times New Roman" panose="02020803070505020304" pitchFamily="18" charset="0"/>
                  </a:endParaRPr>
                </a:p>
              </p:txBody>
            </p:sp>
          </mc:Choice>
          <mc:Fallback>
            <p:sp>
              <p:nvSpPr>
                <p:cNvPr id="378" name="文本框 377">
                  <a:extLst>
                    <a:ext uri="{FF2B5EF4-FFF2-40B4-BE49-F238E27FC236}">
                      <a16:creationId xmlns:a16="http://schemas.microsoft.com/office/drawing/2014/main" id="{E3A80B90-31B3-AFCF-6297-CE0039BF3C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3623" y="2642801"/>
                  <a:ext cx="722955" cy="184666"/>
                </a:xfrm>
                <a:prstGeom prst="rect">
                  <a:avLst/>
                </a:prstGeom>
                <a:blipFill>
                  <a:blip r:embed="rId9"/>
                  <a:stretch>
                    <a:fillRect l="-5263" t="-6667" r="-5263" b="-4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9" name="文本框 378">
              <a:extLst>
                <a:ext uri="{FF2B5EF4-FFF2-40B4-BE49-F238E27FC236}">
                  <a16:creationId xmlns:a16="http://schemas.microsoft.com/office/drawing/2014/main" id="{FA72262F-6B80-5FBA-C67D-20B836EDF80C}"/>
                </a:ext>
              </a:extLst>
            </p:cNvPr>
            <p:cNvSpPr txBox="1"/>
            <p:nvPr/>
          </p:nvSpPr>
          <p:spPr>
            <a:xfrm>
              <a:off x="1948618" y="2469400"/>
              <a:ext cx="14788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微软雅黑" panose="020B0503020204020204" pitchFamily="34" charset="-122"/>
                  <a:cs typeface="Times New Roman" panose="02020803070505020304" pitchFamily="18" charset="0"/>
                </a:rPr>
                <a:t>Image tokens</a:t>
              </a:r>
              <a:endPara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  <a:cs typeface="Times New Roman" panose="0202080307050502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0" name="文本框 379">
                  <a:extLst>
                    <a:ext uri="{FF2B5EF4-FFF2-40B4-BE49-F238E27FC236}">
                      <a16:creationId xmlns:a16="http://schemas.microsoft.com/office/drawing/2014/main" id="{8F1EFCB0-8842-9DD4-D3AF-A9983615D033}"/>
                    </a:ext>
                  </a:extLst>
                </p:cNvPr>
                <p:cNvSpPr txBox="1"/>
                <p:nvPr/>
              </p:nvSpPr>
              <p:spPr>
                <a:xfrm>
                  <a:off x="2377165" y="2068099"/>
                  <a:ext cx="220161" cy="22663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zh-CN" sz="1400" b="0" i="1" u="none" strike="noStrike" kern="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1400" b="0" i="1" u="none" strike="noStrike" kern="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kumimoji="0" lang="en-US" altLang="zh-CN" sz="1400" b="0" i="1" u="none" strike="noStrike" kern="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kumimoji="0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微软雅黑" panose="020B0503020204020204" pitchFamily="34" charset="-122"/>
                  </a:endParaRPr>
                </a:p>
              </p:txBody>
            </p:sp>
          </mc:Choice>
          <mc:Fallback>
            <p:sp>
              <p:nvSpPr>
                <p:cNvPr id="380" name="文本框 379">
                  <a:extLst>
                    <a:ext uri="{FF2B5EF4-FFF2-40B4-BE49-F238E27FC236}">
                      <a16:creationId xmlns:a16="http://schemas.microsoft.com/office/drawing/2014/main" id="{8F1EFCB0-8842-9DD4-D3AF-A9983615D0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77165" y="2068099"/>
                  <a:ext cx="220161" cy="226637"/>
                </a:xfrm>
                <a:prstGeom prst="rect">
                  <a:avLst/>
                </a:prstGeom>
                <a:blipFill>
                  <a:blip r:embed="rId10"/>
                  <a:stretch>
                    <a:fillRect l="-16667" b="-526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1" name="文本框 380">
                  <a:extLst>
                    <a:ext uri="{FF2B5EF4-FFF2-40B4-BE49-F238E27FC236}">
                      <a16:creationId xmlns:a16="http://schemas.microsoft.com/office/drawing/2014/main" id="{3A6EB2EE-6582-DE95-1FBB-82B89915979E}"/>
                    </a:ext>
                  </a:extLst>
                </p:cNvPr>
                <p:cNvSpPr txBox="1"/>
                <p:nvPr/>
              </p:nvSpPr>
              <p:spPr>
                <a:xfrm>
                  <a:off x="332951" y="2981197"/>
                  <a:ext cx="924300" cy="7770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zh-CN" sz="1400" b="0" i="1" u="none" strike="noStrike" kern="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1400" b="0" i="1" u="none" strike="noStrike" kern="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kumimoji="0" lang="en-US" altLang="zh-CN" sz="1400" b="0" i="1" u="none" strike="noStrike" kern="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kumimoji="0" lang="en-US" altLang="zh-CN" sz="1400" b="0" i="1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=12</m:t>
                        </m:r>
                      </m:oMath>
                    </m:oMathPara>
                  </a14:m>
                  <a:endParaRPr kumimoji="0" lang="zh-CN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微软雅黑" panose="020B0503020204020204" pitchFamily="34" charset="-122"/>
                  </a:endParaRPr>
                </a:p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zh-CN" sz="1400" b="0" i="1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kumimoji="0" lang="en-US" altLang="zh-CN" sz="1400" b="0" i="1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= 0</m:t>
                        </m:r>
                      </m:oMath>
                    </m:oMathPara>
                  </a14:m>
                  <a:endParaRPr kumimoji="0" lang="en-US" altLang="zh-CN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微软雅黑" panose="020B0503020204020204" pitchFamily="34" charset="-122"/>
                  </a:endParaRPr>
                </a:p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imes New Roman" panose="02020803070505020304" pitchFamily="18" charset="0"/>
                      <a:ea typeface="微软雅黑" panose="020B0503020204020204" pitchFamily="34" charset="-122"/>
                      <a:cs typeface="Times New Roman" panose="02020803070505020304" pitchFamily="18" charset="0"/>
                    </a:rPr>
                    <a:t>Fine</a:t>
                  </a:r>
                  <a:endParaRPr kumimoji="0" lang="zh-CN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803070505020304" pitchFamily="18" charset="0"/>
                    <a:ea typeface="微软雅黑" panose="020B0503020204020204" pitchFamily="34" charset="-122"/>
                    <a:cs typeface="Times New Roman" panose="02020803070505020304" pitchFamily="18" charset="0"/>
                  </a:endParaRPr>
                </a:p>
              </p:txBody>
            </p:sp>
          </mc:Choice>
          <mc:Fallback>
            <p:sp>
              <p:nvSpPr>
                <p:cNvPr id="381" name="文本框 380">
                  <a:extLst>
                    <a:ext uri="{FF2B5EF4-FFF2-40B4-BE49-F238E27FC236}">
                      <a16:creationId xmlns:a16="http://schemas.microsoft.com/office/drawing/2014/main" id="{3A6EB2EE-6582-DE95-1FBB-82B8991597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951" y="2981197"/>
                  <a:ext cx="924300" cy="777041"/>
                </a:xfrm>
                <a:prstGeom prst="rect">
                  <a:avLst/>
                </a:prstGeom>
                <a:blipFill>
                  <a:blip r:embed="rId11"/>
                  <a:stretch>
                    <a:fillRect b="-158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2" name="文本框 381">
              <a:extLst>
                <a:ext uri="{FF2B5EF4-FFF2-40B4-BE49-F238E27FC236}">
                  <a16:creationId xmlns:a16="http://schemas.microsoft.com/office/drawing/2014/main" id="{8C76B8C0-7196-B069-8B2A-65EA97094D52}"/>
                </a:ext>
              </a:extLst>
            </p:cNvPr>
            <p:cNvSpPr txBox="1"/>
            <p:nvPr/>
          </p:nvSpPr>
          <p:spPr>
            <a:xfrm>
              <a:off x="4528781" y="2139490"/>
              <a:ext cx="1061188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微软雅黑" panose="020B0503020204020204" pitchFamily="34" charset="-122"/>
                  <a:cs typeface="Times New Roman" panose="02020803070505020304" pitchFamily="18" charset="0"/>
                </a:rPr>
                <a:t>(N+M) tokens</a:t>
              </a:r>
              <a:endPara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  <a:cs typeface="Times New Roman" panose="02020803070505020304" pitchFamily="18" charset="0"/>
              </a:endParaRPr>
            </a:p>
          </p:txBody>
        </p:sp>
        <p:sp>
          <p:nvSpPr>
            <p:cNvPr id="383" name="文本框 382">
              <a:extLst>
                <a:ext uri="{FF2B5EF4-FFF2-40B4-BE49-F238E27FC236}">
                  <a16:creationId xmlns:a16="http://schemas.microsoft.com/office/drawing/2014/main" id="{52E9CE5A-9023-B6F3-C88C-5D431D33DB3E}"/>
                </a:ext>
              </a:extLst>
            </p:cNvPr>
            <p:cNvSpPr txBox="1"/>
            <p:nvPr/>
          </p:nvSpPr>
          <p:spPr>
            <a:xfrm>
              <a:off x="3921243" y="2500439"/>
              <a:ext cx="2276264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微软雅黑" panose="020B0503020204020204" pitchFamily="34" charset="-122"/>
                  <a:cs typeface="Times New Roman" panose="02020803070505020304" pitchFamily="18" charset="0"/>
                </a:rPr>
                <a:t>M = 12 restoration tokens inserted</a:t>
              </a:r>
            </a:p>
          </p:txBody>
        </p:sp>
        <p:grpSp>
          <p:nvGrpSpPr>
            <p:cNvPr id="384" name="组合 383">
              <a:extLst>
                <a:ext uri="{FF2B5EF4-FFF2-40B4-BE49-F238E27FC236}">
                  <a16:creationId xmlns:a16="http://schemas.microsoft.com/office/drawing/2014/main" id="{A7F3A5B7-24BC-2231-044C-9B40A9BAA2FC}"/>
                </a:ext>
              </a:extLst>
            </p:cNvPr>
            <p:cNvGrpSpPr/>
            <p:nvPr/>
          </p:nvGrpSpPr>
          <p:grpSpPr>
            <a:xfrm>
              <a:off x="2583814" y="3676113"/>
              <a:ext cx="1601623" cy="276999"/>
              <a:chOff x="3298411" y="3576051"/>
              <a:chExt cx="1522522" cy="263319"/>
            </a:xfrm>
          </p:grpSpPr>
          <p:cxnSp>
            <p:nvCxnSpPr>
              <p:cNvPr id="500" name="直接箭头连接符 143">
                <a:extLst>
                  <a:ext uri="{FF2B5EF4-FFF2-40B4-BE49-F238E27FC236}">
                    <a16:creationId xmlns:a16="http://schemas.microsoft.com/office/drawing/2014/main" id="{44061EF1-6CFD-FBF6-6812-14DC114F8F5E}"/>
                  </a:ext>
                </a:extLst>
              </p:cNvPr>
              <p:cNvCxnSpPr/>
              <p:nvPr/>
            </p:nvCxnSpPr>
            <p:spPr>
              <a:xfrm>
                <a:off x="3298411" y="3610887"/>
                <a:ext cx="0" cy="184082"/>
              </a:xfrm>
              <a:prstGeom prst="straightConnector1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  <p:sp>
            <p:nvSpPr>
              <p:cNvPr id="501" name="文本框 500">
                <a:extLst>
                  <a:ext uri="{FF2B5EF4-FFF2-40B4-BE49-F238E27FC236}">
                    <a16:creationId xmlns:a16="http://schemas.microsoft.com/office/drawing/2014/main" id="{A31F9B95-D2EC-FCC8-87A6-22B6DB857D30}"/>
                  </a:ext>
                </a:extLst>
              </p:cNvPr>
              <p:cNvSpPr txBox="1"/>
              <p:nvPr/>
            </p:nvSpPr>
            <p:spPr>
              <a:xfrm>
                <a:off x="3304411" y="3576051"/>
                <a:ext cx="1516522" cy="2633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微软雅黑" panose="020B0503020204020204" pitchFamily="34" charset="-122"/>
                    <a:cs typeface="Times New Roman" panose="02020803070505020304" pitchFamily="18" charset="0"/>
                  </a:rPr>
                  <a:t>Average-Fuse ×2</a:t>
                </a:r>
                <a:endPara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微软雅黑" panose="020B0503020204020204" pitchFamily="34" charset="-122"/>
                  <a:cs typeface="Times New Roman" panose="02020803070505020304" pitchFamily="18" charset="0"/>
                </a:endParaRPr>
              </a:p>
            </p:txBody>
          </p:sp>
        </p:grpSp>
        <p:grpSp>
          <p:nvGrpSpPr>
            <p:cNvPr id="385" name="组合 384">
              <a:extLst>
                <a:ext uri="{FF2B5EF4-FFF2-40B4-BE49-F238E27FC236}">
                  <a16:creationId xmlns:a16="http://schemas.microsoft.com/office/drawing/2014/main" id="{9C3F4173-1B1F-C5DF-7E18-63FE8016105B}"/>
                </a:ext>
              </a:extLst>
            </p:cNvPr>
            <p:cNvGrpSpPr/>
            <p:nvPr/>
          </p:nvGrpSpPr>
          <p:grpSpPr>
            <a:xfrm>
              <a:off x="348995" y="2966492"/>
              <a:ext cx="6008937" cy="749840"/>
              <a:chOff x="514452" y="2885962"/>
              <a:chExt cx="5712168" cy="712807"/>
            </a:xfrm>
          </p:grpSpPr>
          <p:sp>
            <p:nvSpPr>
              <p:cNvPr id="483" name="矩形: 圆角 35">
                <a:extLst>
                  <a:ext uri="{FF2B5EF4-FFF2-40B4-BE49-F238E27FC236}">
                    <a16:creationId xmlns:a16="http://schemas.microsoft.com/office/drawing/2014/main" id="{1F3FC1E5-F79C-215C-8B4C-6270BE3162E2}"/>
                  </a:ext>
                </a:extLst>
              </p:cNvPr>
              <p:cNvSpPr/>
              <p:nvPr/>
            </p:nvSpPr>
            <p:spPr>
              <a:xfrm>
                <a:off x="514452" y="2885962"/>
                <a:ext cx="4604527" cy="712807"/>
              </a:xfrm>
              <a:custGeom>
                <a:avLst/>
                <a:gdLst>
                  <a:gd name="csX0" fmla="*/ 0 w 4645643"/>
                  <a:gd name="csY0" fmla="*/ 88987 h 533911"/>
                  <a:gd name="csX1" fmla="*/ 88987 w 4645643"/>
                  <a:gd name="csY1" fmla="*/ 0 h 533911"/>
                  <a:gd name="csX2" fmla="*/ 4556656 w 4645643"/>
                  <a:gd name="csY2" fmla="*/ 0 h 533911"/>
                  <a:gd name="csX3" fmla="*/ 4645643 w 4645643"/>
                  <a:gd name="csY3" fmla="*/ 88987 h 533911"/>
                  <a:gd name="csX4" fmla="*/ 4645643 w 4645643"/>
                  <a:gd name="csY4" fmla="*/ 444924 h 533911"/>
                  <a:gd name="csX5" fmla="*/ 4556656 w 4645643"/>
                  <a:gd name="csY5" fmla="*/ 533911 h 533911"/>
                  <a:gd name="csX6" fmla="*/ 88987 w 4645643"/>
                  <a:gd name="csY6" fmla="*/ 533911 h 533911"/>
                  <a:gd name="csX7" fmla="*/ 0 w 4645643"/>
                  <a:gd name="csY7" fmla="*/ 444924 h 533911"/>
                  <a:gd name="csX8" fmla="*/ 0 w 4645643"/>
                  <a:gd name="csY8" fmla="*/ 88987 h 533911"/>
                  <a:gd name="csX0-1" fmla="*/ 0 w 4645643"/>
                  <a:gd name="csY0-2" fmla="*/ 88987 h 533911"/>
                  <a:gd name="csX1-3" fmla="*/ 88987 w 4645643"/>
                  <a:gd name="csY1-4" fmla="*/ 0 h 533911"/>
                  <a:gd name="csX2-5" fmla="*/ 4556656 w 4645643"/>
                  <a:gd name="csY2-6" fmla="*/ 0 h 533911"/>
                  <a:gd name="csX3-7" fmla="*/ 4645643 w 4645643"/>
                  <a:gd name="csY3-8" fmla="*/ 88987 h 533911"/>
                  <a:gd name="csX4-9" fmla="*/ 4645643 w 4645643"/>
                  <a:gd name="csY4-10" fmla="*/ 444924 h 533911"/>
                  <a:gd name="csX5-11" fmla="*/ 4128031 w 4645643"/>
                  <a:gd name="csY5-12" fmla="*/ 533911 h 533911"/>
                  <a:gd name="csX6-13" fmla="*/ 88987 w 4645643"/>
                  <a:gd name="csY6-14" fmla="*/ 533911 h 533911"/>
                  <a:gd name="csX7-15" fmla="*/ 0 w 4645643"/>
                  <a:gd name="csY7-16" fmla="*/ 444924 h 533911"/>
                  <a:gd name="csX8-17" fmla="*/ 0 w 4645643"/>
                  <a:gd name="csY8-18" fmla="*/ 88987 h 533911"/>
                  <a:gd name="csX0-19" fmla="*/ 0 w 4645643"/>
                  <a:gd name="csY0-20" fmla="*/ 88987 h 533911"/>
                  <a:gd name="csX1-21" fmla="*/ 88987 w 4645643"/>
                  <a:gd name="csY1-22" fmla="*/ 0 h 533911"/>
                  <a:gd name="csX2-23" fmla="*/ 4556656 w 4645643"/>
                  <a:gd name="csY2-24" fmla="*/ 0 h 533911"/>
                  <a:gd name="csX3-25" fmla="*/ 4645643 w 4645643"/>
                  <a:gd name="csY3-26" fmla="*/ 88987 h 533911"/>
                  <a:gd name="csX4-27" fmla="*/ 4417043 w 4645643"/>
                  <a:gd name="csY4-28" fmla="*/ 409999 h 533911"/>
                  <a:gd name="csX5-29" fmla="*/ 4128031 w 4645643"/>
                  <a:gd name="csY5-30" fmla="*/ 533911 h 533911"/>
                  <a:gd name="csX6-31" fmla="*/ 88987 w 4645643"/>
                  <a:gd name="csY6-32" fmla="*/ 533911 h 533911"/>
                  <a:gd name="csX7-33" fmla="*/ 0 w 4645643"/>
                  <a:gd name="csY7-34" fmla="*/ 444924 h 533911"/>
                  <a:gd name="csX8-35" fmla="*/ 0 w 4645643"/>
                  <a:gd name="csY8-36" fmla="*/ 88987 h 533911"/>
                  <a:gd name="csX0-37" fmla="*/ 0 w 4645643"/>
                  <a:gd name="csY0-38" fmla="*/ 88987 h 533911"/>
                  <a:gd name="csX1-39" fmla="*/ 88987 w 4645643"/>
                  <a:gd name="csY1-40" fmla="*/ 0 h 533911"/>
                  <a:gd name="csX2-41" fmla="*/ 4556656 w 4645643"/>
                  <a:gd name="csY2-42" fmla="*/ 0 h 533911"/>
                  <a:gd name="csX3-43" fmla="*/ 4645643 w 4645643"/>
                  <a:gd name="csY3-44" fmla="*/ 88987 h 533911"/>
                  <a:gd name="csX4-45" fmla="*/ 4372593 w 4645643"/>
                  <a:gd name="csY4-46" fmla="*/ 479849 h 533911"/>
                  <a:gd name="csX5-47" fmla="*/ 4128031 w 4645643"/>
                  <a:gd name="csY5-48" fmla="*/ 533911 h 533911"/>
                  <a:gd name="csX6-49" fmla="*/ 88987 w 4645643"/>
                  <a:gd name="csY6-50" fmla="*/ 533911 h 533911"/>
                  <a:gd name="csX7-51" fmla="*/ 0 w 4645643"/>
                  <a:gd name="csY7-52" fmla="*/ 444924 h 533911"/>
                  <a:gd name="csX8-53" fmla="*/ 0 w 4645643"/>
                  <a:gd name="csY8-54" fmla="*/ 88987 h 533911"/>
                  <a:gd name="csX0-55" fmla="*/ 0 w 4576294"/>
                  <a:gd name="csY0-56" fmla="*/ 88987 h 533911"/>
                  <a:gd name="csX1-57" fmla="*/ 88987 w 4576294"/>
                  <a:gd name="csY1-58" fmla="*/ 0 h 533911"/>
                  <a:gd name="csX2-59" fmla="*/ 4556656 w 4576294"/>
                  <a:gd name="csY2-60" fmla="*/ 0 h 533911"/>
                  <a:gd name="csX3-61" fmla="*/ 4547218 w 4576294"/>
                  <a:gd name="csY3-62" fmla="*/ 136612 h 533911"/>
                  <a:gd name="csX4-63" fmla="*/ 4372593 w 4576294"/>
                  <a:gd name="csY4-64" fmla="*/ 479849 h 533911"/>
                  <a:gd name="csX5-65" fmla="*/ 4128031 w 4576294"/>
                  <a:gd name="csY5-66" fmla="*/ 533911 h 533911"/>
                  <a:gd name="csX6-67" fmla="*/ 88987 w 4576294"/>
                  <a:gd name="csY6-68" fmla="*/ 533911 h 533911"/>
                  <a:gd name="csX7-69" fmla="*/ 0 w 4576294"/>
                  <a:gd name="csY7-70" fmla="*/ 444924 h 533911"/>
                  <a:gd name="csX8-71" fmla="*/ 0 w 4576294"/>
                  <a:gd name="csY8-72" fmla="*/ 88987 h 533911"/>
                  <a:gd name="csX0-73" fmla="*/ 0 w 4547932"/>
                  <a:gd name="csY0-74" fmla="*/ 90575 h 535499"/>
                  <a:gd name="csX1-75" fmla="*/ 88987 w 4547932"/>
                  <a:gd name="csY1-76" fmla="*/ 1588 h 535499"/>
                  <a:gd name="csX2-77" fmla="*/ 4507443 w 4547932"/>
                  <a:gd name="csY2-78" fmla="*/ 0 h 535499"/>
                  <a:gd name="csX3-79" fmla="*/ 4547218 w 4547932"/>
                  <a:gd name="csY3-80" fmla="*/ 138200 h 535499"/>
                  <a:gd name="csX4-81" fmla="*/ 4372593 w 4547932"/>
                  <a:gd name="csY4-82" fmla="*/ 481437 h 535499"/>
                  <a:gd name="csX5-83" fmla="*/ 4128031 w 4547932"/>
                  <a:gd name="csY5-84" fmla="*/ 535499 h 535499"/>
                  <a:gd name="csX6-85" fmla="*/ 88987 w 4547932"/>
                  <a:gd name="csY6-86" fmla="*/ 535499 h 535499"/>
                  <a:gd name="csX7-87" fmla="*/ 0 w 4547932"/>
                  <a:gd name="csY7-88" fmla="*/ 446512 h 535499"/>
                  <a:gd name="csX8-89" fmla="*/ 0 w 4547932"/>
                  <a:gd name="csY8-90" fmla="*/ 90575 h 535499"/>
                  <a:gd name="csX0-91" fmla="*/ 0 w 4569014"/>
                  <a:gd name="csY0-92" fmla="*/ 90575 h 535499"/>
                  <a:gd name="csX1-93" fmla="*/ 88987 w 4569014"/>
                  <a:gd name="csY1-94" fmla="*/ 1588 h 535499"/>
                  <a:gd name="csX2-95" fmla="*/ 4507443 w 4569014"/>
                  <a:gd name="csY2-96" fmla="*/ 0 h 535499"/>
                  <a:gd name="csX3-97" fmla="*/ 4547218 w 4569014"/>
                  <a:gd name="csY3-98" fmla="*/ 138200 h 535499"/>
                  <a:gd name="csX4-99" fmla="*/ 4372593 w 4569014"/>
                  <a:gd name="csY4-100" fmla="*/ 481437 h 535499"/>
                  <a:gd name="csX5-101" fmla="*/ 4128031 w 4569014"/>
                  <a:gd name="csY5-102" fmla="*/ 535499 h 535499"/>
                  <a:gd name="csX6-103" fmla="*/ 88987 w 4569014"/>
                  <a:gd name="csY6-104" fmla="*/ 535499 h 535499"/>
                  <a:gd name="csX7-105" fmla="*/ 0 w 4569014"/>
                  <a:gd name="csY7-106" fmla="*/ 446512 h 535499"/>
                  <a:gd name="csX8-107" fmla="*/ 0 w 4569014"/>
                  <a:gd name="csY8-108" fmla="*/ 90575 h 535499"/>
                  <a:gd name="csX0-109" fmla="*/ 0 w 4562051"/>
                  <a:gd name="csY0-110" fmla="*/ 90575 h 535499"/>
                  <a:gd name="csX1-111" fmla="*/ 88987 w 4562051"/>
                  <a:gd name="csY1-112" fmla="*/ 1588 h 535499"/>
                  <a:gd name="csX2-113" fmla="*/ 4507443 w 4562051"/>
                  <a:gd name="csY2-114" fmla="*/ 0 h 535499"/>
                  <a:gd name="csX3-115" fmla="*/ 4537693 w 4562051"/>
                  <a:gd name="csY3-116" fmla="*/ 141375 h 535499"/>
                  <a:gd name="csX4-117" fmla="*/ 4372593 w 4562051"/>
                  <a:gd name="csY4-118" fmla="*/ 481437 h 535499"/>
                  <a:gd name="csX5-119" fmla="*/ 4128031 w 4562051"/>
                  <a:gd name="csY5-120" fmla="*/ 535499 h 535499"/>
                  <a:gd name="csX6-121" fmla="*/ 88987 w 4562051"/>
                  <a:gd name="csY6-122" fmla="*/ 535499 h 535499"/>
                  <a:gd name="csX7-123" fmla="*/ 0 w 4562051"/>
                  <a:gd name="csY7-124" fmla="*/ 446512 h 535499"/>
                  <a:gd name="csX8-125" fmla="*/ 0 w 4562051"/>
                  <a:gd name="csY8-126" fmla="*/ 90575 h 535499"/>
                  <a:gd name="csX0-127" fmla="*/ 0 w 4562051"/>
                  <a:gd name="csY0-128" fmla="*/ 90575 h 535499"/>
                  <a:gd name="csX1-129" fmla="*/ 88987 w 4562051"/>
                  <a:gd name="csY1-130" fmla="*/ 1588 h 535499"/>
                  <a:gd name="csX2-131" fmla="*/ 4507443 w 4562051"/>
                  <a:gd name="csY2-132" fmla="*/ 0 h 535499"/>
                  <a:gd name="csX3-133" fmla="*/ 4537693 w 4562051"/>
                  <a:gd name="csY3-134" fmla="*/ 141375 h 535499"/>
                  <a:gd name="csX4-135" fmla="*/ 4374710 w 4562051"/>
                  <a:gd name="csY4-136" fmla="*/ 485671 h 535499"/>
                  <a:gd name="csX5-137" fmla="*/ 4128031 w 4562051"/>
                  <a:gd name="csY5-138" fmla="*/ 535499 h 535499"/>
                  <a:gd name="csX6-139" fmla="*/ 88987 w 4562051"/>
                  <a:gd name="csY6-140" fmla="*/ 535499 h 535499"/>
                  <a:gd name="csX7-141" fmla="*/ 0 w 4562051"/>
                  <a:gd name="csY7-142" fmla="*/ 446512 h 535499"/>
                  <a:gd name="csX8-143" fmla="*/ 0 w 4562051"/>
                  <a:gd name="csY8-144" fmla="*/ 90575 h 535499"/>
                  <a:gd name="csX0-145" fmla="*/ 0 w 4562051"/>
                  <a:gd name="csY0-146" fmla="*/ 90575 h 536826"/>
                  <a:gd name="csX1-147" fmla="*/ 88987 w 4562051"/>
                  <a:gd name="csY1-148" fmla="*/ 1588 h 536826"/>
                  <a:gd name="csX2-149" fmla="*/ 4507443 w 4562051"/>
                  <a:gd name="csY2-150" fmla="*/ 0 h 536826"/>
                  <a:gd name="csX3-151" fmla="*/ 4537693 w 4562051"/>
                  <a:gd name="csY3-152" fmla="*/ 141375 h 536826"/>
                  <a:gd name="csX4-153" fmla="*/ 4374710 w 4562051"/>
                  <a:gd name="csY4-154" fmla="*/ 485671 h 536826"/>
                  <a:gd name="csX5-155" fmla="*/ 4128031 w 4562051"/>
                  <a:gd name="csY5-156" fmla="*/ 535499 h 536826"/>
                  <a:gd name="csX6-157" fmla="*/ 88987 w 4562051"/>
                  <a:gd name="csY6-158" fmla="*/ 535499 h 536826"/>
                  <a:gd name="csX7-159" fmla="*/ 0 w 4562051"/>
                  <a:gd name="csY7-160" fmla="*/ 446512 h 536826"/>
                  <a:gd name="csX8-161" fmla="*/ 0 w 4562051"/>
                  <a:gd name="csY8-162" fmla="*/ 90575 h 536826"/>
                  <a:gd name="csX0-163" fmla="*/ 0 w 4562051"/>
                  <a:gd name="csY0-164" fmla="*/ 90575 h 535499"/>
                  <a:gd name="csX1-165" fmla="*/ 88987 w 4562051"/>
                  <a:gd name="csY1-166" fmla="*/ 1588 h 535499"/>
                  <a:gd name="csX2-167" fmla="*/ 4507443 w 4562051"/>
                  <a:gd name="csY2-168" fmla="*/ 0 h 535499"/>
                  <a:gd name="csX3-169" fmla="*/ 4537693 w 4562051"/>
                  <a:gd name="csY3-170" fmla="*/ 141375 h 535499"/>
                  <a:gd name="csX4-171" fmla="*/ 4374710 w 4562051"/>
                  <a:gd name="csY4-172" fmla="*/ 485671 h 535499"/>
                  <a:gd name="csX5-173" fmla="*/ 4128031 w 4562051"/>
                  <a:gd name="csY5-174" fmla="*/ 535499 h 535499"/>
                  <a:gd name="csX6-175" fmla="*/ 88987 w 4562051"/>
                  <a:gd name="csY6-176" fmla="*/ 535499 h 535499"/>
                  <a:gd name="csX7-177" fmla="*/ 0 w 4562051"/>
                  <a:gd name="csY7-178" fmla="*/ 446512 h 535499"/>
                  <a:gd name="csX8-179" fmla="*/ 0 w 4562051"/>
                  <a:gd name="csY8-180" fmla="*/ 90575 h 535499"/>
                  <a:gd name="csX0-181" fmla="*/ 0 w 4562051"/>
                  <a:gd name="csY0-182" fmla="*/ 90575 h 535499"/>
                  <a:gd name="csX1-183" fmla="*/ 88987 w 4562051"/>
                  <a:gd name="csY1-184" fmla="*/ 1588 h 535499"/>
                  <a:gd name="csX2-185" fmla="*/ 4507443 w 4562051"/>
                  <a:gd name="csY2-186" fmla="*/ 0 h 535499"/>
                  <a:gd name="csX3-187" fmla="*/ 4537693 w 4562051"/>
                  <a:gd name="csY3-188" fmla="*/ 141375 h 535499"/>
                  <a:gd name="csX4-189" fmla="*/ 4374710 w 4562051"/>
                  <a:gd name="csY4-190" fmla="*/ 485671 h 535499"/>
                  <a:gd name="csX5-191" fmla="*/ 4128031 w 4562051"/>
                  <a:gd name="csY5-192" fmla="*/ 535499 h 535499"/>
                  <a:gd name="csX6-193" fmla="*/ 88987 w 4562051"/>
                  <a:gd name="csY6-194" fmla="*/ 535499 h 535499"/>
                  <a:gd name="csX7-195" fmla="*/ 0 w 4562051"/>
                  <a:gd name="csY7-196" fmla="*/ 446512 h 535499"/>
                  <a:gd name="csX8-197" fmla="*/ 0 w 4562051"/>
                  <a:gd name="csY8-198" fmla="*/ 90575 h 535499"/>
                </a:gdLst>
                <a:ahLst/>
                <a:cxnLst>
                  <a:cxn ang="0">
                    <a:pos x="csX0-1" y="csY0-2"/>
                  </a:cxn>
                  <a:cxn ang="0">
                    <a:pos x="csX1-3" y="csY1-4"/>
                  </a:cxn>
                  <a:cxn ang="0">
                    <a:pos x="csX2-5" y="csY2-6"/>
                  </a:cxn>
                  <a:cxn ang="0">
                    <a:pos x="csX3-7" y="csY3-8"/>
                  </a:cxn>
                  <a:cxn ang="0">
                    <a:pos x="csX4-9" y="csY4-10"/>
                  </a:cxn>
                  <a:cxn ang="0">
                    <a:pos x="csX5-11" y="csY5-12"/>
                  </a:cxn>
                  <a:cxn ang="0">
                    <a:pos x="csX6-13" y="csY6-14"/>
                  </a:cxn>
                  <a:cxn ang="0">
                    <a:pos x="csX7-15" y="csY7-16"/>
                  </a:cxn>
                  <a:cxn ang="0">
                    <a:pos x="csX8-17" y="csY8-18"/>
                  </a:cxn>
                </a:cxnLst>
                <a:rect l="l" t="t" r="r" b="b"/>
                <a:pathLst>
                  <a:path w="4562051" h="535499">
                    <a:moveTo>
                      <a:pt x="0" y="90575"/>
                    </a:moveTo>
                    <a:cubicBezTo>
                      <a:pt x="0" y="41429"/>
                      <a:pt x="39841" y="1588"/>
                      <a:pt x="88987" y="1588"/>
                    </a:cubicBezTo>
                    <a:lnTo>
                      <a:pt x="4507443" y="0"/>
                    </a:lnTo>
                    <a:cubicBezTo>
                      <a:pt x="4556589" y="0"/>
                      <a:pt x="4585318" y="49366"/>
                      <a:pt x="4537693" y="141375"/>
                    </a:cubicBezTo>
                    <a:lnTo>
                      <a:pt x="4374710" y="485671"/>
                    </a:lnTo>
                    <a:cubicBezTo>
                      <a:pt x="4362010" y="549634"/>
                      <a:pt x="4221627" y="531265"/>
                      <a:pt x="4128031" y="535499"/>
                    </a:cubicBezTo>
                    <a:lnTo>
                      <a:pt x="88987" y="535499"/>
                    </a:lnTo>
                    <a:cubicBezTo>
                      <a:pt x="39841" y="535499"/>
                      <a:pt x="0" y="495658"/>
                      <a:pt x="0" y="446512"/>
                    </a:cubicBezTo>
                    <a:lnTo>
                      <a:pt x="0" y="90575"/>
                    </a:lnTo>
                    <a:close/>
                  </a:path>
                </a:pathLst>
              </a:custGeom>
              <a:solidFill>
                <a:srgbClr val="FEF3C5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484" name="组合 483">
                <a:extLst>
                  <a:ext uri="{FF2B5EF4-FFF2-40B4-BE49-F238E27FC236}">
                    <a16:creationId xmlns:a16="http://schemas.microsoft.com/office/drawing/2014/main" id="{9216CDA3-E122-27FA-320E-694C36484527}"/>
                  </a:ext>
                </a:extLst>
              </p:cNvPr>
              <p:cNvGrpSpPr/>
              <p:nvPr/>
            </p:nvGrpSpPr>
            <p:grpSpPr>
              <a:xfrm>
                <a:off x="1467834" y="3159372"/>
                <a:ext cx="3141622" cy="147600"/>
                <a:chOff x="1774487" y="2766417"/>
                <a:chExt cx="3141622" cy="147600"/>
              </a:xfrm>
            </p:grpSpPr>
            <p:sp>
              <p:nvSpPr>
                <p:cNvPr id="488" name="椭圆 487">
                  <a:extLst>
                    <a:ext uri="{FF2B5EF4-FFF2-40B4-BE49-F238E27FC236}">
                      <a16:creationId xmlns:a16="http://schemas.microsoft.com/office/drawing/2014/main" id="{7BB74424-FE8E-6758-FEF2-DA4B9272A6FB}"/>
                    </a:ext>
                  </a:extLst>
                </p:cNvPr>
                <p:cNvSpPr/>
                <p:nvPr/>
              </p:nvSpPr>
              <p:spPr>
                <a:xfrm>
                  <a:off x="1774487" y="2766417"/>
                  <a:ext cx="149225" cy="147600"/>
                </a:xfrm>
                <a:prstGeom prst="ellipse">
                  <a:avLst/>
                </a:prstGeom>
                <a:solidFill>
                  <a:srgbClr val="F7AC46"/>
                </a:solidFill>
                <a:ln w="12700" cap="flat" cmpd="sng" algn="ctr">
                  <a:solidFill>
                    <a:srgbClr val="4874CB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489" name="椭圆 488">
                  <a:extLst>
                    <a:ext uri="{FF2B5EF4-FFF2-40B4-BE49-F238E27FC236}">
                      <a16:creationId xmlns:a16="http://schemas.microsoft.com/office/drawing/2014/main" id="{E6B8012E-BB8D-7DB2-82AF-6C26FFD4322D}"/>
                    </a:ext>
                  </a:extLst>
                </p:cNvPr>
                <p:cNvSpPr/>
                <p:nvPr/>
              </p:nvSpPr>
              <p:spPr>
                <a:xfrm>
                  <a:off x="2046523" y="2766417"/>
                  <a:ext cx="149225" cy="147600"/>
                </a:xfrm>
                <a:prstGeom prst="ellipse">
                  <a:avLst/>
                </a:prstGeom>
                <a:solidFill>
                  <a:srgbClr val="F7AC46"/>
                </a:solidFill>
                <a:ln w="12700" cap="flat" cmpd="sng" algn="ctr">
                  <a:solidFill>
                    <a:srgbClr val="4874CB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490" name="椭圆 489">
                  <a:extLst>
                    <a:ext uri="{FF2B5EF4-FFF2-40B4-BE49-F238E27FC236}">
                      <a16:creationId xmlns:a16="http://schemas.microsoft.com/office/drawing/2014/main" id="{5981B449-E78D-704C-7196-23F95F993B43}"/>
                    </a:ext>
                  </a:extLst>
                </p:cNvPr>
                <p:cNvSpPr/>
                <p:nvPr/>
              </p:nvSpPr>
              <p:spPr>
                <a:xfrm>
                  <a:off x="2318559" y="2766417"/>
                  <a:ext cx="149225" cy="147600"/>
                </a:xfrm>
                <a:prstGeom prst="ellipse">
                  <a:avLst/>
                </a:prstGeom>
                <a:solidFill>
                  <a:srgbClr val="F7AC46"/>
                </a:solidFill>
                <a:ln w="12700" cap="flat" cmpd="sng" algn="ctr">
                  <a:solidFill>
                    <a:srgbClr val="4874CB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491" name="椭圆 490">
                  <a:extLst>
                    <a:ext uri="{FF2B5EF4-FFF2-40B4-BE49-F238E27FC236}">
                      <a16:creationId xmlns:a16="http://schemas.microsoft.com/office/drawing/2014/main" id="{365C0929-6F05-B1A7-F42A-97E651AFF358}"/>
                    </a:ext>
                  </a:extLst>
                </p:cNvPr>
                <p:cNvSpPr/>
                <p:nvPr/>
              </p:nvSpPr>
              <p:spPr>
                <a:xfrm>
                  <a:off x="2590595" y="2766417"/>
                  <a:ext cx="149225" cy="147600"/>
                </a:xfrm>
                <a:prstGeom prst="ellipse">
                  <a:avLst/>
                </a:prstGeom>
                <a:solidFill>
                  <a:srgbClr val="F7AC46"/>
                </a:solidFill>
                <a:ln w="12700" cap="flat" cmpd="sng" algn="ctr">
                  <a:solidFill>
                    <a:srgbClr val="4874CB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492" name="椭圆 491">
                  <a:extLst>
                    <a:ext uri="{FF2B5EF4-FFF2-40B4-BE49-F238E27FC236}">
                      <a16:creationId xmlns:a16="http://schemas.microsoft.com/office/drawing/2014/main" id="{F2E018A2-EC70-BA8D-72C0-DED4A5BDBE2B}"/>
                    </a:ext>
                  </a:extLst>
                </p:cNvPr>
                <p:cNvSpPr/>
                <p:nvPr/>
              </p:nvSpPr>
              <p:spPr>
                <a:xfrm>
                  <a:off x="2862631" y="2766417"/>
                  <a:ext cx="149225" cy="147600"/>
                </a:xfrm>
                <a:prstGeom prst="ellipse">
                  <a:avLst/>
                </a:prstGeom>
                <a:solidFill>
                  <a:srgbClr val="F7AC46"/>
                </a:solidFill>
                <a:ln w="12700" cap="flat" cmpd="sng" algn="ctr">
                  <a:solidFill>
                    <a:srgbClr val="4874CB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493" name="椭圆 492">
                  <a:extLst>
                    <a:ext uri="{FF2B5EF4-FFF2-40B4-BE49-F238E27FC236}">
                      <a16:creationId xmlns:a16="http://schemas.microsoft.com/office/drawing/2014/main" id="{ADE98FEE-468C-0478-CD83-D98CB41A0271}"/>
                    </a:ext>
                  </a:extLst>
                </p:cNvPr>
                <p:cNvSpPr/>
                <p:nvPr/>
              </p:nvSpPr>
              <p:spPr>
                <a:xfrm>
                  <a:off x="3134667" y="2766417"/>
                  <a:ext cx="149225" cy="147600"/>
                </a:xfrm>
                <a:prstGeom prst="ellipse">
                  <a:avLst/>
                </a:prstGeom>
                <a:solidFill>
                  <a:srgbClr val="F7AC46"/>
                </a:solidFill>
                <a:ln w="12700" cap="flat" cmpd="sng" algn="ctr">
                  <a:solidFill>
                    <a:srgbClr val="4874CB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494" name="椭圆 493">
                  <a:extLst>
                    <a:ext uri="{FF2B5EF4-FFF2-40B4-BE49-F238E27FC236}">
                      <a16:creationId xmlns:a16="http://schemas.microsoft.com/office/drawing/2014/main" id="{98B285F2-3A08-6768-A3D7-1FD7D8F1338C}"/>
                    </a:ext>
                  </a:extLst>
                </p:cNvPr>
                <p:cNvSpPr/>
                <p:nvPr/>
              </p:nvSpPr>
              <p:spPr>
                <a:xfrm>
                  <a:off x="3406703" y="2766417"/>
                  <a:ext cx="149225" cy="147600"/>
                </a:xfrm>
                <a:prstGeom prst="ellipse">
                  <a:avLst/>
                </a:prstGeom>
                <a:solidFill>
                  <a:srgbClr val="F7AC46"/>
                </a:solidFill>
                <a:ln w="12700" cap="flat" cmpd="sng" algn="ctr">
                  <a:solidFill>
                    <a:srgbClr val="4874CB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495" name="椭圆 494">
                  <a:extLst>
                    <a:ext uri="{FF2B5EF4-FFF2-40B4-BE49-F238E27FC236}">
                      <a16:creationId xmlns:a16="http://schemas.microsoft.com/office/drawing/2014/main" id="{1A53AEE6-7907-57A6-8008-89B1586FB006}"/>
                    </a:ext>
                  </a:extLst>
                </p:cNvPr>
                <p:cNvSpPr/>
                <p:nvPr/>
              </p:nvSpPr>
              <p:spPr>
                <a:xfrm>
                  <a:off x="3678739" y="2766417"/>
                  <a:ext cx="149225" cy="147600"/>
                </a:xfrm>
                <a:prstGeom prst="ellipse">
                  <a:avLst/>
                </a:prstGeom>
                <a:solidFill>
                  <a:srgbClr val="F7AC46"/>
                </a:solidFill>
                <a:ln w="12700" cap="flat" cmpd="sng" algn="ctr">
                  <a:solidFill>
                    <a:srgbClr val="4874CB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496" name="椭圆 495">
                  <a:extLst>
                    <a:ext uri="{FF2B5EF4-FFF2-40B4-BE49-F238E27FC236}">
                      <a16:creationId xmlns:a16="http://schemas.microsoft.com/office/drawing/2014/main" id="{A0F9D4F1-5B4D-E4DD-0107-231CDF8A54CD}"/>
                    </a:ext>
                  </a:extLst>
                </p:cNvPr>
                <p:cNvSpPr/>
                <p:nvPr/>
              </p:nvSpPr>
              <p:spPr>
                <a:xfrm>
                  <a:off x="3950775" y="2766417"/>
                  <a:ext cx="149225" cy="147600"/>
                </a:xfrm>
                <a:prstGeom prst="ellipse">
                  <a:avLst/>
                </a:prstGeom>
                <a:solidFill>
                  <a:srgbClr val="F7AC46"/>
                </a:solidFill>
                <a:ln w="12700" cap="flat" cmpd="sng" algn="ctr">
                  <a:solidFill>
                    <a:srgbClr val="4874CB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497" name="椭圆 496">
                  <a:extLst>
                    <a:ext uri="{FF2B5EF4-FFF2-40B4-BE49-F238E27FC236}">
                      <a16:creationId xmlns:a16="http://schemas.microsoft.com/office/drawing/2014/main" id="{504E17D7-F761-3A1F-4C85-BB19F395EA52}"/>
                    </a:ext>
                  </a:extLst>
                </p:cNvPr>
                <p:cNvSpPr/>
                <p:nvPr/>
              </p:nvSpPr>
              <p:spPr>
                <a:xfrm>
                  <a:off x="4222811" y="2766417"/>
                  <a:ext cx="149225" cy="147600"/>
                </a:xfrm>
                <a:prstGeom prst="ellipse">
                  <a:avLst/>
                </a:prstGeom>
                <a:solidFill>
                  <a:srgbClr val="F7AC46"/>
                </a:solidFill>
                <a:ln w="12700" cap="flat" cmpd="sng" algn="ctr">
                  <a:solidFill>
                    <a:srgbClr val="4874CB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498" name="椭圆 497">
                  <a:extLst>
                    <a:ext uri="{FF2B5EF4-FFF2-40B4-BE49-F238E27FC236}">
                      <a16:creationId xmlns:a16="http://schemas.microsoft.com/office/drawing/2014/main" id="{04AEAA41-0074-6FA7-B8F8-B071FCC030B9}"/>
                    </a:ext>
                  </a:extLst>
                </p:cNvPr>
                <p:cNvSpPr/>
                <p:nvPr/>
              </p:nvSpPr>
              <p:spPr>
                <a:xfrm>
                  <a:off x="4494847" y="2766417"/>
                  <a:ext cx="149225" cy="147600"/>
                </a:xfrm>
                <a:prstGeom prst="ellipse">
                  <a:avLst/>
                </a:prstGeom>
                <a:solidFill>
                  <a:srgbClr val="F7AC46"/>
                </a:solidFill>
                <a:ln w="12700" cap="flat" cmpd="sng" algn="ctr">
                  <a:solidFill>
                    <a:srgbClr val="4874CB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499" name="椭圆 498">
                  <a:extLst>
                    <a:ext uri="{FF2B5EF4-FFF2-40B4-BE49-F238E27FC236}">
                      <a16:creationId xmlns:a16="http://schemas.microsoft.com/office/drawing/2014/main" id="{E546C8BB-E535-80D7-97DF-86D3BD6C0BBC}"/>
                    </a:ext>
                  </a:extLst>
                </p:cNvPr>
                <p:cNvSpPr/>
                <p:nvPr/>
              </p:nvSpPr>
              <p:spPr>
                <a:xfrm>
                  <a:off x="4766884" y="2766417"/>
                  <a:ext cx="149225" cy="147600"/>
                </a:xfrm>
                <a:prstGeom prst="ellipse">
                  <a:avLst/>
                </a:prstGeom>
                <a:solidFill>
                  <a:srgbClr val="F7AC46"/>
                </a:solidFill>
                <a:ln w="12700" cap="flat" cmpd="sng" algn="ctr">
                  <a:solidFill>
                    <a:srgbClr val="4874CB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5" name="矩形: 圆角 150">
                    <a:extLst>
                      <a:ext uri="{FF2B5EF4-FFF2-40B4-BE49-F238E27FC236}">
                        <a16:creationId xmlns:a16="http://schemas.microsoft.com/office/drawing/2014/main" id="{F4C4C630-ACC2-2501-C9C4-343C6854B731}"/>
                      </a:ext>
                    </a:extLst>
                  </p:cNvPr>
                  <p:cNvSpPr/>
                  <p:nvPr/>
                </p:nvSpPr>
                <p:spPr>
                  <a:xfrm>
                    <a:off x="5282492" y="3150921"/>
                    <a:ext cx="423545" cy="324485"/>
                  </a:xfrm>
                  <a:prstGeom prst="roundRect">
                    <a:avLst/>
                  </a:prstGeom>
                  <a:solidFill>
                    <a:sysClr val="window" lastClr="FFFFFF"/>
                  </a:solidFill>
                  <a:ln w="12700" cap="flat" cmpd="sng" algn="ctr">
                    <a:solidFill>
                      <a:srgbClr val="4874CB">
                        <a:shade val="15000"/>
                      </a:srgbClr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US" altLang="zh-CN" sz="1800" b="0" i="1" u="none" strike="noStrike" kern="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kumimoji="0" lang="en-US" altLang="zh-CN" sz="1800" b="0" i="0" u="none" strike="noStrike" kern="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Φ</m:t>
                              </m:r>
                            </m:e>
                            <m:sub>
                              <m:r>
                                <a:rPr kumimoji="0" lang="en-US" altLang="zh-CN" sz="1800" b="0" i="1" u="none" strike="noStrike" kern="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kumimoji="0" lang="zh-CN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485" name="矩形: 圆角 150">
                    <a:extLst>
                      <a:ext uri="{FF2B5EF4-FFF2-40B4-BE49-F238E27FC236}">
                        <a16:creationId xmlns:a16="http://schemas.microsoft.com/office/drawing/2014/main" id="{F4C4C630-ACC2-2501-C9C4-343C6854B73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82492" y="3150921"/>
                    <a:ext cx="423545" cy="324485"/>
                  </a:xfrm>
                  <a:prstGeom prst="roundRect">
                    <a:avLst/>
                  </a:prstGeom>
                  <a:blipFill>
                    <a:blip r:embed="rId12"/>
                    <a:stretch>
                      <a:fillRect l="-2703" b="-3448"/>
                    </a:stretch>
                  </a:blipFill>
                  <a:ln w="12700" cap="flat" cmpd="sng" algn="ctr">
                    <a:solidFill>
                      <a:srgbClr val="4874CB">
                        <a:shade val="15000"/>
                      </a:srgbClr>
                    </a:solidFill>
                    <a:prstDash val="solid"/>
                    <a:miter lim="800000"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86" name="直接箭头连接符 154">
                <a:extLst>
                  <a:ext uri="{FF2B5EF4-FFF2-40B4-BE49-F238E27FC236}">
                    <a16:creationId xmlns:a16="http://schemas.microsoft.com/office/drawing/2014/main" id="{D153854E-1F8B-CE3E-A609-DF5D0CDF94C8}"/>
                  </a:ext>
                </a:extLst>
              </p:cNvPr>
              <p:cNvCxnSpPr>
                <a:cxnSpLocks/>
                <a:stCxn id="485" idx="3"/>
              </p:cNvCxnSpPr>
              <p:nvPr/>
            </p:nvCxnSpPr>
            <p:spPr>
              <a:xfrm>
                <a:off x="5706037" y="3313164"/>
                <a:ext cx="520583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487" name="直接连接符 163">
                <a:extLst>
                  <a:ext uri="{FF2B5EF4-FFF2-40B4-BE49-F238E27FC236}">
                    <a16:creationId xmlns:a16="http://schemas.microsoft.com/office/drawing/2014/main" id="{2B891CF7-9CA5-364D-B60E-B79C10EC8D58}"/>
                  </a:ext>
                </a:extLst>
              </p:cNvPr>
              <p:cNvCxnSpPr>
                <a:cxnSpLocks/>
                <a:endCxn id="485" idx="1"/>
              </p:cNvCxnSpPr>
              <p:nvPr/>
            </p:nvCxnSpPr>
            <p:spPr>
              <a:xfrm flipV="1">
                <a:off x="5029537" y="3313164"/>
                <a:ext cx="252955" cy="62"/>
              </a:xfrm>
              <a:prstGeom prst="line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6" name="文本框 385">
                  <a:extLst>
                    <a:ext uri="{FF2B5EF4-FFF2-40B4-BE49-F238E27FC236}">
                      <a16:creationId xmlns:a16="http://schemas.microsoft.com/office/drawing/2014/main" id="{89DE0F34-82DC-CB80-B29F-992764D7443C}"/>
                    </a:ext>
                  </a:extLst>
                </p:cNvPr>
                <p:cNvSpPr txBox="1"/>
                <p:nvPr/>
              </p:nvSpPr>
              <p:spPr>
                <a:xfrm>
                  <a:off x="6650938" y="3287703"/>
                  <a:ext cx="272099" cy="25901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0" lang="en-US" altLang="zh-CN" sz="16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0" lang="en-US" altLang="zh-CN" sz="16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kumimoji="0" lang="en-US" altLang="zh-CN" sz="16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oMath>
                    </m:oMathPara>
                  </a14:m>
                  <a:endParaRPr kumimoji="0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微软雅黑" panose="020B0503020204020204" pitchFamily="34" charset="-122"/>
                  </a:endParaRPr>
                </a:p>
              </p:txBody>
            </p:sp>
          </mc:Choice>
          <mc:Fallback>
            <p:sp>
              <p:nvSpPr>
                <p:cNvPr id="386" name="文本框 385">
                  <a:extLst>
                    <a:ext uri="{FF2B5EF4-FFF2-40B4-BE49-F238E27FC236}">
                      <a16:creationId xmlns:a16="http://schemas.microsoft.com/office/drawing/2014/main" id="{89DE0F34-82DC-CB80-B29F-992764D744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50938" y="3287703"/>
                  <a:ext cx="272099" cy="259013"/>
                </a:xfrm>
                <a:prstGeom prst="rect">
                  <a:avLst/>
                </a:prstGeom>
                <a:blipFill>
                  <a:blip r:embed="rId13"/>
                  <a:stretch>
                    <a:fillRect l="-13636" t="-4545" r="-909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7" name="文本框 386">
                  <a:extLst>
                    <a:ext uri="{FF2B5EF4-FFF2-40B4-BE49-F238E27FC236}">
                      <a16:creationId xmlns:a16="http://schemas.microsoft.com/office/drawing/2014/main" id="{2EBAE51A-00D1-E3CC-DFFD-E486758C6A55}"/>
                    </a:ext>
                  </a:extLst>
                </p:cNvPr>
                <p:cNvSpPr txBox="1"/>
                <p:nvPr/>
              </p:nvSpPr>
              <p:spPr>
                <a:xfrm>
                  <a:off x="6654836" y="4227139"/>
                  <a:ext cx="267512" cy="25901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0" lang="en-US" altLang="zh-CN" sz="16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0" lang="en-US" altLang="zh-CN" sz="16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kumimoji="0" lang="en-US" altLang="zh-CN" sz="16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  <a:endParaRPr kumimoji="0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微软雅黑" panose="020B0503020204020204" pitchFamily="34" charset="-122"/>
                  </a:endParaRPr>
                </a:p>
              </p:txBody>
            </p:sp>
          </mc:Choice>
          <mc:Fallback>
            <p:sp>
              <p:nvSpPr>
                <p:cNvPr id="387" name="文本框 386">
                  <a:extLst>
                    <a:ext uri="{FF2B5EF4-FFF2-40B4-BE49-F238E27FC236}">
                      <a16:creationId xmlns:a16="http://schemas.microsoft.com/office/drawing/2014/main" id="{2EBAE51A-00D1-E3CC-DFFD-E486758C6A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54836" y="4227139"/>
                  <a:ext cx="267512" cy="259013"/>
                </a:xfrm>
                <a:prstGeom prst="rect">
                  <a:avLst/>
                </a:prstGeom>
                <a:blipFill>
                  <a:blip r:embed="rId14"/>
                  <a:stretch>
                    <a:fillRect l="-13636" r="-454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8" name="文本框 387">
                  <a:extLst>
                    <a:ext uri="{FF2B5EF4-FFF2-40B4-BE49-F238E27FC236}">
                      <a16:creationId xmlns:a16="http://schemas.microsoft.com/office/drawing/2014/main" id="{918670D1-F1AC-743E-A7C2-EE24E6A963D9}"/>
                    </a:ext>
                  </a:extLst>
                </p:cNvPr>
                <p:cNvSpPr txBox="1"/>
                <p:nvPr/>
              </p:nvSpPr>
              <p:spPr>
                <a:xfrm>
                  <a:off x="6640266" y="5321066"/>
                  <a:ext cx="272099" cy="25901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0" lang="en-US" altLang="zh-CN" sz="16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0" lang="en-US" altLang="zh-CN" sz="16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kumimoji="0" lang="en-US" altLang="zh-CN" sz="16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kumimoji="0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微软雅黑" panose="020B0503020204020204" pitchFamily="34" charset="-122"/>
                  </a:endParaRPr>
                </a:p>
              </p:txBody>
            </p:sp>
          </mc:Choice>
          <mc:Fallback>
            <p:sp>
              <p:nvSpPr>
                <p:cNvPr id="388" name="文本框 387">
                  <a:extLst>
                    <a:ext uri="{FF2B5EF4-FFF2-40B4-BE49-F238E27FC236}">
                      <a16:creationId xmlns:a16="http://schemas.microsoft.com/office/drawing/2014/main" id="{918670D1-F1AC-743E-A7C2-EE24E6A963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40266" y="5321066"/>
                  <a:ext cx="272099" cy="259013"/>
                </a:xfrm>
                <a:prstGeom prst="rect">
                  <a:avLst/>
                </a:prstGeom>
                <a:blipFill>
                  <a:blip r:embed="rId15"/>
                  <a:stretch>
                    <a:fillRect l="-13636" t="-4762" r="-909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89" name="直接箭头连接符 126">
              <a:extLst>
                <a:ext uri="{FF2B5EF4-FFF2-40B4-BE49-F238E27FC236}">
                  <a16:creationId xmlns:a16="http://schemas.microsoft.com/office/drawing/2014/main" id="{ED92DEA1-C66C-3FEA-C728-E0BE548CA0BE}"/>
                </a:ext>
              </a:extLst>
            </p:cNvPr>
            <p:cNvCxnSpPr>
              <a:cxnSpLocks/>
              <a:stCxn id="394" idx="3"/>
              <a:endCxn id="5" idx="1"/>
            </p:cNvCxnSpPr>
            <p:nvPr/>
          </p:nvCxnSpPr>
          <p:spPr>
            <a:xfrm>
              <a:off x="8610477" y="4366768"/>
              <a:ext cx="102927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0000"/>
              </a:solidFill>
              <a:prstDash val="dash"/>
              <a:miter lim="800000"/>
              <a:tailEnd type="triangle"/>
            </a:ln>
            <a:effectLst/>
          </p:spPr>
        </p:cxnSp>
        <p:sp>
          <p:nvSpPr>
            <p:cNvPr id="391" name="双大括号 390">
              <a:extLst>
                <a:ext uri="{FF2B5EF4-FFF2-40B4-BE49-F238E27FC236}">
                  <a16:creationId xmlns:a16="http://schemas.microsoft.com/office/drawing/2014/main" id="{61C14E58-EFA1-7814-A4E4-FE706C8ABDC4}"/>
                </a:ext>
              </a:extLst>
            </p:cNvPr>
            <p:cNvSpPr/>
            <p:nvPr/>
          </p:nvSpPr>
          <p:spPr>
            <a:xfrm>
              <a:off x="6486005" y="3117173"/>
              <a:ext cx="613318" cy="2505534"/>
            </a:xfrm>
            <a:prstGeom prst="bracePair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tailEnd type="none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392" name="肘形连接符 391">
              <a:extLst>
                <a:ext uri="{FF2B5EF4-FFF2-40B4-BE49-F238E27FC236}">
                  <a16:creationId xmlns:a16="http://schemas.microsoft.com/office/drawing/2014/main" id="{BCDE1379-F704-D188-01F4-A32D8485734E}"/>
                </a:ext>
              </a:extLst>
            </p:cNvPr>
            <p:cNvCxnSpPr>
              <a:cxnSpLocks/>
              <a:stCxn id="391" idx="3"/>
              <a:endCxn id="367" idx="1"/>
            </p:cNvCxnSpPr>
            <p:nvPr/>
          </p:nvCxnSpPr>
          <p:spPr>
            <a:xfrm flipV="1">
              <a:off x="7099323" y="3058217"/>
              <a:ext cx="505171" cy="1311723"/>
            </a:xfrm>
            <a:prstGeom prst="bentConnector3">
              <a:avLst>
                <a:gd name="adj1" fmla="val 50000"/>
              </a:avLst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393" name="曲线连接符 392">
              <a:extLst>
                <a:ext uri="{FF2B5EF4-FFF2-40B4-BE49-F238E27FC236}">
                  <a16:creationId xmlns:a16="http://schemas.microsoft.com/office/drawing/2014/main" id="{B4AB37CD-24D2-ED91-5A13-48069CDB43B3}"/>
                </a:ext>
              </a:extLst>
            </p:cNvPr>
            <p:cNvCxnSpPr>
              <a:cxnSpLocks/>
              <a:stCxn id="391" idx="3"/>
              <a:endCxn id="394" idx="1"/>
            </p:cNvCxnSpPr>
            <p:nvPr/>
          </p:nvCxnSpPr>
          <p:spPr>
            <a:xfrm flipV="1">
              <a:off x="7099323" y="4366768"/>
              <a:ext cx="973441" cy="3172"/>
            </a:xfrm>
            <a:prstGeom prst="curvedConnector3">
              <a:avLst/>
            </a:prstGeom>
            <a:noFill/>
            <a:ln w="12700" cap="flat" cmpd="sng" algn="ctr">
              <a:solidFill>
                <a:srgbClr val="FF0000"/>
              </a:solidFill>
              <a:prstDash val="dash"/>
              <a:miter lim="800000"/>
              <a:tailEnd type="triangle"/>
            </a:ln>
            <a:effectLst/>
          </p:spPr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4" name="圆角矩形 393">
                  <a:extLst>
                    <a:ext uri="{FF2B5EF4-FFF2-40B4-BE49-F238E27FC236}">
                      <a16:creationId xmlns:a16="http://schemas.microsoft.com/office/drawing/2014/main" id="{D11E1BDA-5589-4699-9CF3-3C7CE14C766C}"/>
                    </a:ext>
                  </a:extLst>
                </p:cNvPr>
                <p:cNvSpPr/>
                <p:nvPr/>
              </p:nvSpPr>
              <p:spPr>
                <a:xfrm>
                  <a:off x="8072764" y="4186261"/>
                  <a:ext cx="537713" cy="361014"/>
                </a:xfrm>
                <a:prstGeom prst="roundRect">
                  <a:avLst/>
                </a:prstGeom>
                <a:ln>
                  <a:solidFill>
                    <a:schemeClr val="tx2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" altLang="zh-CN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1" lang="en" altLang="zh-CN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𝐵</m:t>
                            </m:r>
                          </m:e>
                          <m:sub>
                            <m:r>
                              <a:rPr kumimoji="1" lang="en" altLang="zh-CN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微软雅黑" panose="020B0503020204020204" pitchFamily="34" charset="-122"/>
                    <a:cs typeface="+mn-cs"/>
                  </a:endParaRPr>
                </a:p>
              </p:txBody>
            </p:sp>
          </mc:Choice>
          <mc:Fallback>
            <p:sp>
              <p:nvSpPr>
                <p:cNvPr id="394" name="圆角矩形 393">
                  <a:extLst>
                    <a:ext uri="{FF2B5EF4-FFF2-40B4-BE49-F238E27FC236}">
                      <a16:creationId xmlns:a16="http://schemas.microsoft.com/office/drawing/2014/main" id="{D11E1BDA-5589-4699-9CF3-3C7CE14C766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72764" y="4186261"/>
                  <a:ext cx="537713" cy="361014"/>
                </a:xfrm>
                <a:prstGeom prst="round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>
                  <a:solidFill>
                    <a:schemeClr val="tx2">
                      <a:lumMod val="75000"/>
                      <a:lumOff val="2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95" name="肘形连接符 394">
              <a:extLst>
                <a:ext uri="{FF2B5EF4-FFF2-40B4-BE49-F238E27FC236}">
                  <a16:creationId xmlns:a16="http://schemas.microsoft.com/office/drawing/2014/main" id="{63B22A53-18F4-D57C-1890-2058A7FE1A36}"/>
                </a:ext>
              </a:extLst>
            </p:cNvPr>
            <p:cNvCxnSpPr>
              <a:cxnSpLocks/>
              <a:stCxn id="370" idx="0"/>
            </p:cNvCxnSpPr>
            <p:nvPr/>
          </p:nvCxnSpPr>
          <p:spPr>
            <a:xfrm rot="5400000" flipH="1" flipV="1">
              <a:off x="10189700" y="2438535"/>
              <a:ext cx="740872" cy="1"/>
            </a:xfrm>
            <a:prstGeom prst="bentConnector3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396" name="肘形连接符 395">
              <a:extLst>
                <a:ext uri="{FF2B5EF4-FFF2-40B4-BE49-F238E27FC236}">
                  <a16:creationId xmlns:a16="http://schemas.microsoft.com/office/drawing/2014/main" id="{A6F2463A-F035-4690-C1A9-85BFB3A0476E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0623109" y="2105960"/>
              <a:ext cx="1180128" cy="1041191"/>
            </a:xfrm>
            <a:prstGeom prst="bentConnector3">
              <a:avLst>
                <a:gd name="adj1" fmla="val -477"/>
              </a:avLst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397" name="肘形连接符 396">
              <a:extLst>
                <a:ext uri="{FF2B5EF4-FFF2-40B4-BE49-F238E27FC236}">
                  <a16:creationId xmlns:a16="http://schemas.microsoft.com/office/drawing/2014/main" id="{03144BDD-BA0A-FF12-5982-B4DDCF3BE6EF}"/>
                </a:ext>
              </a:extLst>
            </p:cNvPr>
            <p:cNvCxnSpPr>
              <a:stCxn id="340" idx="0"/>
              <a:endCxn id="377" idx="1"/>
            </p:cNvCxnSpPr>
            <p:nvPr/>
          </p:nvCxnSpPr>
          <p:spPr>
            <a:xfrm rot="5400000" flipH="1" flipV="1">
              <a:off x="5118389" y="-2288315"/>
              <a:ext cx="201966" cy="8614008"/>
            </a:xfrm>
            <a:prstGeom prst="bentConnector2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8" name="文本框 397">
                  <a:extLst>
                    <a:ext uri="{FF2B5EF4-FFF2-40B4-BE49-F238E27FC236}">
                      <a16:creationId xmlns:a16="http://schemas.microsoft.com/office/drawing/2014/main" id="{64B13A42-DC5A-1CBF-288E-F24318440508}"/>
                    </a:ext>
                  </a:extLst>
                </p:cNvPr>
                <p:cNvSpPr txBox="1"/>
                <p:nvPr/>
              </p:nvSpPr>
              <p:spPr>
                <a:xfrm>
                  <a:off x="5515545" y="1502072"/>
                  <a:ext cx="555193" cy="3885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zh-CN" sz="1800" b="0" i="1" u="none" strike="noStrike" kern="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1800" b="0" i="1" u="none" strike="noStrike" kern="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kumimoji="0" lang="en-US" altLang="zh-CN" sz="1800" b="0" i="1" u="none" strike="noStrike" kern="0" cap="none" spc="0" normalizeH="0" baseline="0" noProof="0" dirty="0" err="1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微软雅黑" panose="020B0503020204020204" pitchFamily="34" charset="-122"/>
                  </a:endParaRPr>
                </a:p>
              </p:txBody>
            </p:sp>
          </mc:Choice>
          <mc:Fallback>
            <p:sp>
              <p:nvSpPr>
                <p:cNvPr id="398" name="文本框 397">
                  <a:extLst>
                    <a:ext uri="{FF2B5EF4-FFF2-40B4-BE49-F238E27FC236}">
                      <a16:creationId xmlns:a16="http://schemas.microsoft.com/office/drawing/2014/main" id="{64B13A42-DC5A-1CBF-288E-F243184405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15545" y="1502072"/>
                  <a:ext cx="555193" cy="388520"/>
                </a:xfrm>
                <a:prstGeom prst="rect">
                  <a:avLst/>
                </a:prstGeom>
                <a:blipFill>
                  <a:blip r:embed="rId17"/>
                  <a:stretch>
                    <a:fillRect b="-967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99" name="组合 398">
              <a:extLst>
                <a:ext uri="{FF2B5EF4-FFF2-40B4-BE49-F238E27FC236}">
                  <a16:creationId xmlns:a16="http://schemas.microsoft.com/office/drawing/2014/main" id="{8033A896-694D-792D-5E71-F8FF1859553A}"/>
                </a:ext>
              </a:extLst>
            </p:cNvPr>
            <p:cNvGrpSpPr/>
            <p:nvPr/>
          </p:nvGrpSpPr>
          <p:grpSpPr>
            <a:xfrm>
              <a:off x="348995" y="3947033"/>
              <a:ext cx="5995558" cy="839471"/>
              <a:chOff x="514452" y="3794969"/>
              <a:chExt cx="5699449" cy="798011"/>
            </a:xfrm>
          </p:grpSpPr>
          <p:sp>
            <p:nvSpPr>
              <p:cNvPr id="435" name="矩形: 圆角 36">
                <a:extLst>
                  <a:ext uri="{FF2B5EF4-FFF2-40B4-BE49-F238E27FC236}">
                    <a16:creationId xmlns:a16="http://schemas.microsoft.com/office/drawing/2014/main" id="{802A18B9-0FCC-C1CE-658D-2FF5D91391CB}"/>
                  </a:ext>
                </a:extLst>
              </p:cNvPr>
              <p:cNvSpPr/>
              <p:nvPr/>
            </p:nvSpPr>
            <p:spPr>
              <a:xfrm>
                <a:off x="514452" y="3794969"/>
                <a:ext cx="4248890" cy="798011"/>
              </a:xfrm>
              <a:custGeom>
                <a:avLst/>
                <a:gdLst>
                  <a:gd name="csX0" fmla="*/ 0 w 4387893"/>
                  <a:gd name="csY0" fmla="*/ 131946 h 791661"/>
                  <a:gd name="csX1" fmla="*/ 131946 w 4387893"/>
                  <a:gd name="csY1" fmla="*/ 0 h 791661"/>
                  <a:gd name="csX2" fmla="*/ 4255947 w 4387893"/>
                  <a:gd name="csY2" fmla="*/ 0 h 791661"/>
                  <a:gd name="csX3" fmla="*/ 4387893 w 4387893"/>
                  <a:gd name="csY3" fmla="*/ 131946 h 791661"/>
                  <a:gd name="csX4" fmla="*/ 4387893 w 4387893"/>
                  <a:gd name="csY4" fmla="*/ 659715 h 791661"/>
                  <a:gd name="csX5" fmla="*/ 4255947 w 4387893"/>
                  <a:gd name="csY5" fmla="*/ 791661 h 791661"/>
                  <a:gd name="csX6" fmla="*/ 131946 w 4387893"/>
                  <a:gd name="csY6" fmla="*/ 791661 h 791661"/>
                  <a:gd name="csX7" fmla="*/ 0 w 4387893"/>
                  <a:gd name="csY7" fmla="*/ 659715 h 791661"/>
                  <a:gd name="csX8" fmla="*/ 0 w 4387893"/>
                  <a:gd name="csY8" fmla="*/ 131946 h 791661"/>
                  <a:gd name="csX0-1" fmla="*/ 0 w 4387893"/>
                  <a:gd name="csY0-2" fmla="*/ 131946 h 791661"/>
                  <a:gd name="csX1-3" fmla="*/ 131946 w 4387893"/>
                  <a:gd name="csY1-4" fmla="*/ 0 h 791661"/>
                  <a:gd name="csX2-5" fmla="*/ 4255947 w 4387893"/>
                  <a:gd name="csY2-6" fmla="*/ 0 h 791661"/>
                  <a:gd name="csX3-7" fmla="*/ 4387893 w 4387893"/>
                  <a:gd name="csY3-8" fmla="*/ 131946 h 791661"/>
                  <a:gd name="csX4-9" fmla="*/ 4010068 w 4387893"/>
                  <a:gd name="csY4-10" fmla="*/ 564465 h 791661"/>
                  <a:gd name="csX5-11" fmla="*/ 4255947 w 4387893"/>
                  <a:gd name="csY5-12" fmla="*/ 791661 h 791661"/>
                  <a:gd name="csX6-13" fmla="*/ 131946 w 4387893"/>
                  <a:gd name="csY6-14" fmla="*/ 791661 h 791661"/>
                  <a:gd name="csX7-15" fmla="*/ 0 w 4387893"/>
                  <a:gd name="csY7-16" fmla="*/ 659715 h 791661"/>
                  <a:gd name="csX8-17" fmla="*/ 0 w 4387893"/>
                  <a:gd name="csY8-18" fmla="*/ 131946 h 791661"/>
                  <a:gd name="csX0-19" fmla="*/ 0 w 4273884"/>
                  <a:gd name="csY0-20" fmla="*/ 131946 h 791661"/>
                  <a:gd name="csX1-21" fmla="*/ 131946 w 4273884"/>
                  <a:gd name="csY1-22" fmla="*/ 0 h 791661"/>
                  <a:gd name="csX2-23" fmla="*/ 4255947 w 4273884"/>
                  <a:gd name="csY2-24" fmla="*/ 0 h 791661"/>
                  <a:gd name="csX3-25" fmla="*/ 4156118 w 4273884"/>
                  <a:gd name="csY3-26" fmla="*/ 131946 h 791661"/>
                  <a:gd name="csX4-27" fmla="*/ 4010068 w 4273884"/>
                  <a:gd name="csY4-28" fmla="*/ 564465 h 791661"/>
                  <a:gd name="csX5-29" fmla="*/ 4255947 w 4273884"/>
                  <a:gd name="csY5-30" fmla="*/ 791661 h 791661"/>
                  <a:gd name="csX6-31" fmla="*/ 131946 w 4273884"/>
                  <a:gd name="csY6-32" fmla="*/ 791661 h 791661"/>
                  <a:gd name="csX7-33" fmla="*/ 0 w 4273884"/>
                  <a:gd name="csY7-34" fmla="*/ 659715 h 791661"/>
                  <a:gd name="csX8-35" fmla="*/ 0 w 4273884"/>
                  <a:gd name="csY8-36" fmla="*/ 131946 h 791661"/>
                  <a:gd name="csX0-37" fmla="*/ 0 w 4285250"/>
                  <a:gd name="csY0-38" fmla="*/ 131946 h 791661"/>
                  <a:gd name="csX1-39" fmla="*/ 131946 w 4285250"/>
                  <a:gd name="csY1-40" fmla="*/ 0 h 791661"/>
                  <a:gd name="csX2-41" fmla="*/ 4255947 w 4285250"/>
                  <a:gd name="csY2-42" fmla="*/ 0 h 791661"/>
                  <a:gd name="csX3-43" fmla="*/ 4156118 w 4285250"/>
                  <a:gd name="csY3-44" fmla="*/ 131946 h 791661"/>
                  <a:gd name="csX4-45" fmla="*/ 4010068 w 4285250"/>
                  <a:gd name="csY4-46" fmla="*/ 564465 h 791661"/>
                  <a:gd name="csX5-47" fmla="*/ 4255947 w 4285250"/>
                  <a:gd name="csY5-48" fmla="*/ 791661 h 791661"/>
                  <a:gd name="csX6-49" fmla="*/ 131946 w 4285250"/>
                  <a:gd name="csY6-50" fmla="*/ 791661 h 791661"/>
                  <a:gd name="csX7-51" fmla="*/ 0 w 4285250"/>
                  <a:gd name="csY7-52" fmla="*/ 659715 h 791661"/>
                  <a:gd name="csX8-53" fmla="*/ 0 w 4285250"/>
                  <a:gd name="csY8-54" fmla="*/ 131946 h 791661"/>
                  <a:gd name="csX0-55" fmla="*/ 0 w 4294435"/>
                  <a:gd name="csY0-56" fmla="*/ 131946 h 791661"/>
                  <a:gd name="csX1-57" fmla="*/ 131946 w 4294435"/>
                  <a:gd name="csY1-58" fmla="*/ 0 h 791661"/>
                  <a:gd name="csX2-59" fmla="*/ 4255947 w 4294435"/>
                  <a:gd name="csY2-60" fmla="*/ 0 h 791661"/>
                  <a:gd name="csX3-61" fmla="*/ 4194218 w 4294435"/>
                  <a:gd name="csY3-62" fmla="*/ 135121 h 791661"/>
                  <a:gd name="csX4-63" fmla="*/ 4010068 w 4294435"/>
                  <a:gd name="csY4-64" fmla="*/ 564465 h 791661"/>
                  <a:gd name="csX5-65" fmla="*/ 4255947 w 4294435"/>
                  <a:gd name="csY5-66" fmla="*/ 791661 h 791661"/>
                  <a:gd name="csX6-67" fmla="*/ 131946 w 4294435"/>
                  <a:gd name="csY6-68" fmla="*/ 791661 h 791661"/>
                  <a:gd name="csX7-69" fmla="*/ 0 w 4294435"/>
                  <a:gd name="csY7-70" fmla="*/ 659715 h 791661"/>
                  <a:gd name="csX8-71" fmla="*/ 0 w 4294435"/>
                  <a:gd name="csY8-72" fmla="*/ 131946 h 791661"/>
                  <a:gd name="csX0-73" fmla="*/ 0 w 4283428"/>
                  <a:gd name="csY0-74" fmla="*/ 131946 h 791661"/>
                  <a:gd name="csX1-75" fmla="*/ 131946 w 4283428"/>
                  <a:gd name="csY1-76" fmla="*/ 0 h 791661"/>
                  <a:gd name="csX2-77" fmla="*/ 4255947 w 4283428"/>
                  <a:gd name="csY2-78" fmla="*/ 0 h 791661"/>
                  <a:gd name="csX3-79" fmla="*/ 4194218 w 4283428"/>
                  <a:gd name="csY3-80" fmla="*/ 135121 h 791661"/>
                  <a:gd name="csX4-81" fmla="*/ 4010068 w 4283428"/>
                  <a:gd name="csY4-82" fmla="*/ 564465 h 791661"/>
                  <a:gd name="csX5-83" fmla="*/ 4255947 w 4283428"/>
                  <a:gd name="csY5-84" fmla="*/ 791661 h 791661"/>
                  <a:gd name="csX6-85" fmla="*/ 131946 w 4283428"/>
                  <a:gd name="csY6-86" fmla="*/ 791661 h 791661"/>
                  <a:gd name="csX7-87" fmla="*/ 0 w 4283428"/>
                  <a:gd name="csY7-88" fmla="*/ 659715 h 791661"/>
                  <a:gd name="csX8-89" fmla="*/ 0 w 4283428"/>
                  <a:gd name="csY8-90" fmla="*/ 131946 h 791661"/>
                  <a:gd name="csX0-91" fmla="*/ 0 w 4280835"/>
                  <a:gd name="csY0-92" fmla="*/ 135121 h 794836"/>
                  <a:gd name="csX1-93" fmla="*/ 131946 w 4280835"/>
                  <a:gd name="csY1-94" fmla="*/ 3175 h 794836"/>
                  <a:gd name="csX2-95" fmla="*/ 4252772 w 4280835"/>
                  <a:gd name="csY2-96" fmla="*/ 0 h 794836"/>
                  <a:gd name="csX3-97" fmla="*/ 4194218 w 4280835"/>
                  <a:gd name="csY3-98" fmla="*/ 138296 h 794836"/>
                  <a:gd name="csX4-99" fmla="*/ 4010068 w 4280835"/>
                  <a:gd name="csY4-100" fmla="*/ 567640 h 794836"/>
                  <a:gd name="csX5-101" fmla="*/ 4255947 w 4280835"/>
                  <a:gd name="csY5-102" fmla="*/ 794836 h 794836"/>
                  <a:gd name="csX6-103" fmla="*/ 131946 w 4280835"/>
                  <a:gd name="csY6-104" fmla="*/ 794836 h 794836"/>
                  <a:gd name="csX7-105" fmla="*/ 0 w 4280835"/>
                  <a:gd name="csY7-106" fmla="*/ 662890 h 794836"/>
                  <a:gd name="csX8-107" fmla="*/ 0 w 4280835"/>
                  <a:gd name="csY8-108" fmla="*/ 135121 h 794836"/>
                  <a:gd name="csX0-109" fmla="*/ 0 w 4274171"/>
                  <a:gd name="csY0-110" fmla="*/ 135121 h 794836"/>
                  <a:gd name="csX1-111" fmla="*/ 131946 w 4274171"/>
                  <a:gd name="csY1-112" fmla="*/ 3175 h 794836"/>
                  <a:gd name="csX2-113" fmla="*/ 4252772 w 4274171"/>
                  <a:gd name="csY2-114" fmla="*/ 0 h 794836"/>
                  <a:gd name="csX3-115" fmla="*/ 4148180 w 4274171"/>
                  <a:gd name="csY3-116" fmla="*/ 243071 h 794836"/>
                  <a:gd name="csX4-117" fmla="*/ 4010068 w 4274171"/>
                  <a:gd name="csY4-118" fmla="*/ 567640 h 794836"/>
                  <a:gd name="csX5-119" fmla="*/ 4255947 w 4274171"/>
                  <a:gd name="csY5-120" fmla="*/ 794836 h 794836"/>
                  <a:gd name="csX6-121" fmla="*/ 131946 w 4274171"/>
                  <a:gd name="csY6-122" fmla="*/ 794836 h 794836"/>
                  <a:gd name="csX7-123" fmla="*/ 0 w 4274171"/>
                  <a:gd name="csY7-124" fmla="*/ 662890 h 794836"/>
                  <a:gd name="csX8-125" fmla="*/ 0 w 4274171"/>
                  <a:gd name="csY8-126" fmla="*/ 135121 h 794836"/>
                  <a:gd name="csX0-127" fmla="*/ 0 w 4271949"/>
                  <a:gd name="csY0-128" fmla="*/ 135121 h 794836"/>
                  <a:gd name="csX1-129" fmla="*/ 131946 w 4271949"/>
                  <a:gd name="csY1-130" fmla="*/ 3175 h 794836"/>
                  <a:gd name="csX2-131" fmla="*/ 4252772 w 4271949"/>
                  <a:gd name="csY2-132" fmla="*/ 0 h 794836"/>
                  <a:gd name="csX3-133" fmla="*/ 4148180 w 4271949"/>
                  <a:gd name="csY3-134" fmla="*/ 243071 h 794836"/>
                  <a:gd name="csX4-135" fmla="*/ 4010068 w 4271949"/>
                  <a:gd name="csY4-136" fmla="*/ 567640 h 794836"/>
                  <a:gd name="csX5-137" fmla="*/ 4255947 w 4271949"/>
                  <a:gd name="csY5-138" fmla="*/ 794836 h 794836"/>
                  <a:gd name="csX6-139" fmla="*/ 131946 w 4271949"/>
                  <a:gd name="csY6-140" fmla="*/ 794836 h 794836"/>
                  <a:gd name="csX7-141" fmla="*/ 0 w 4271949"/>
                  <a:gd name="csY7-142" fmla="*/ 662890 h 794836"/>
                  <a:gd name="csX8-143" fmla="*/ 0 w 4271949"/>
                  <a:gd name="csY8-144" fmla="*/ 135121 h 794836"/>
                  <a:gd name="csX0-145" fmla="*/ 0 w 4266776"/>
                  <a:gd name="csY0-146" fmla="*/ 138296 h 798011"/>
                  <a:gd name="csX1-147" fmla="*/ 131946 w 4266776"/>
                  <a:gd name="csY1-148" fmla="*/ 6350 h 798011"/>
                  <a:gd name="csX2-149" fmla="*/ 4224197 w 4266776"/>
                  <a:gd name="csY2-150" fmla="*/ 0 h 798011"/>
                  <a:gd name="csX3-151" fmla="*/ 4148180 w 4266776"/>
                  <a:gd name="csY3-152" fmla="*/ 246246 h 798011"/>
                  <a:gd name="csX4-153" fmla="*/ 4010068 w 4266776"/>
                  <a:gd name="csY4-154" fmla="*/ 570815 h 798011"/>
                  <a:gd name="csX5-155" fmla="*/ 4255947 w 4266776"/>
                  <a:gd name="csY5-156" fmla="*/ 798011 h 798011"/>
                  <a:gd name="csX6-157" fmla="*/ 131946 w 4266776"/>
                  <a:gd name="csY6-158" fmla="*/ 798011 h 798011"/>
                  <a:gd name="csX7-159" fmla="*/ 0 w 4266776"/>
                  <a:gd name="csY7-160" fmla="*/ 666065 h 798011"/>
                  <a:gd name="csX8-161" fmla="*/ 0 w 4266776"/>
                  <a:gd name="csY8-162" fmla="*/ 138296 h 798011"/>
                  <a:gd name="csX0-163" fmla="*/ 0 w 4266776"/>
                  <a:gd name="csY0-164" fmla="*/ 138296 h 798011"/>
                  <a:gd name="csX1-165" fmla="*/ 131946 w 4266776"/>
                  <a:gd name="csY1-166" fmla="*/ 6350 h 798011"/>
                  <a:gd name="csX2-167" fmla="*/ 4224197 w 4266776"/>
                  <a:gd name="csY2-168" fmla="*/ 0 h 798011"/>
                  <a:gd name="csX3-169" fmla="*/ 4148180 w 4266776"/>
                  <a:gd name="csY3-170" fmla="*/ 246246 h 798011"/>
                  <a:gd name="csX4-171" fmla="*/ 4010068 w 4266776"/>
                  <a:gd name="csY4-172" fmla="*/ 570815 h 798011"/>
                  <a:gd name="csX5-173" fmla="*/ 4255947 w 4266776"/>
                  <a:gd name="csY5-174" fmla="*/ 798011 h 798011"/>
                  <a:gd name="csX6-175" fmla="*/ 131946 w 4266776"/>
                  <a:gd name="csY6-176" fmla="*/ 798011 h 798011"/>
                  <a:gd name="csX7-177" fmla="*/ 0 w 4266776"/>
                  <a:gd name="csY7-178" fmla="*/ 666065 h 798011"/>
                  <a:gd name="csX8-179" fmla="*/ 0 w 4266776"/>
                  <a:gd name="csY8-180" fmla="*/ 138296 h 798011"/>
                  <a:gd name="csX0-181" fmla="*/ 0 w 4266776"/>
                  <a:gd name="csY0-182" fmla="*/ 138296 h 798011"/>
                  <a:gd name="csX1-183" fmla="*/ 131946 w 4266776"/>
                  <a:gd name="csY1-184" fmla="*/ 6350 h 798011"/>
                  <a:gd name="csX2-185" fmla="*/ 4224197 w 4266776"/>
                  <a:gd name="csY2-186" fmla="*/ 0 h 798011"/>
                  <a:gd name="csX3-187" fmla="*/ 4148180 w 4266776"/>
                  <a:gd name="csY3-188" fmla="*/ 246246 h 798011"/>
                  <a:gd name="csX4-189" fmla="*/ 4010068 w 4266776"/>
                  <a:gd name="csY4-190" fmla="*/ 570815 h 798011"/>
                  <a:gd name="csX5-191" fmla="*/ 4255947 w 4266776"/>
                  <a:gd name="csY5-192" fmla="*/ 798011 h 798011"/>
                  <a:gd name="csX6-193" fmla="*/ 131946 w 4266776"/>
                  <a:gd name="csY6-194" fmla="*/ 798011 h 798011"/>
                  <a:gd name="csX7-195" fmla="*/ 0 w 4266776"/>
                  <a:gd name="csY7-196" fmla="*/ 666065 h 798011"/>
                  <a:gd name="csX8-197" fmla="*/ 0 w 4266776"/>
                  <a:gd name="csY8-198" fmla="*/ 138296 h 798011"/>
                  <a:gd name="csX0-199" fmla="*/ 0 w 4266372"/>
                  <a:gd name="csY0-200" fmla="*/ 138296 h 798011"/>
                  <a:gd name="csX1-201" fmla="*/ 131946 w 4266372"/>
                  <a:gd name="csY1-202" fmla="*/ 6350 h 798011"/>
                  <a:gd name="csX2-203" fmla="*/ 4224197 w 4266372"/>
                  <a:gd name="csY2-204" fmla="*/ 0 h 798011"/>
                  <a:gd name="csX3-205" fmla="*/ 4148180 w 4266372"/>
                  <a:gd name="csY3-206" fmla="*/ 246246 h 798011"/>
                  <a:gd name="csX4-207" fmla="*/ 3995780 w 4266372"/>
                  <a:gd name="csY4-208" fmla="*/ 566052 h 798011"/>
                  <a:gd name="csX5-209" fmla="*/ 4255947 w 4266372"/>
                  <a:gd name="csY5-210" fmla="*/ 798011 h 798011"/>
                  <a:gd name="csX6-211" fmla="*/ 131946 w 4266372"/>
                  <a:gd name="csY6-212" fmla="*/ 798011 h 798011"/>
                  <a:gd name="csX7-213" fmla="*/ 0 w 4266372"/>
                  <a:gd name="csY7-214" fmla="*/ 666065 h 798011"/>
                  <a:gd name="csX8-215" fmla="*/ 0 w 4266372"/>
                  <a:gd name="csY8-216" fmla="*/ 138296 h 798011"/>
                  <a:gd name="csX0-217" fmla="*/ 0 w 4266372"/>
                  <a:gd name="csY0-218" fmla="*/ 138296 h 798011"/>
                  <a:gd name="csX1-219" fmla="*/ 131946 w 4266372"/>
                  <a:gd name="csY1-220" fmla="*/ 6350 h 798011"/>
                  <a:gd name="csX2-221" fmla="*/ 4224197 w 4266372"/>
                  <a:gd name="csY2-222" fmla="*/ 0 h 798011"/>
                  <a:gd name="csX3-223" fmla="*/ 4148180 w 4266372"/>
                  <a:gd name="csY3-224" fmla="*/ 246246 h 798011"/>
                  <a:gd name="csX4-225" fmla="*/ 3995780 w 4266372"/>
                  <a:gd name="csY4-226" fmla="*/ 566052 h 798011"/>
                  <a:gd name="csX5-227" fmla="*/ 4255947 w 4266372"/>
                  <a:gd name="csY5-228" fmla="*/ 798011 h 798011"/>
                  <a:gd name="csX6-229" fmla="*/ 131946 w 4266372"/>
                  <a:gd name="csY6-230" fmla="*/ 798011 h 798011"/>
                  <a:gd name="csX7-231" fmla="*/ 0 w 4266372"/>
                  <a:gd name="csY7-232" fmla="*/ 666065 h 798011"/>
                  <a:gd name="csX8-233" fmla="*/ 0 w 4266372"/>
                  <a:gd name="csY8-234" fmla="*/ 138296 h 798011"/>
                  <a:gd name="csX0-235" fmla="*/ 0 w 4248890"/>
                  <a:gd name="csY0-236" fmla="*/ 138296 h 798011"/>
                  <a:gd name="csX1-237" fmla="*/ 131946 w 4248890"/>
                  <a:gd name="csY1-238" fmla="*/ 6350 h 798011"/>
                  <a:gd name="csX2-239" fmla="*/ 4224197 w 4248890"/>
                  <a:gd name="csY2-240" fmla="*/ 0 h 798011"/>
                  <a:gd name="csX3-241" fmla="*/ 4148180 w 4248890"/>
                  <a:gd name="csY3-242" fmla="*/ 246246 h 798011"/>
                  <a:gd name="csX4-243" fmla="*/ 3995780 w 4248890"/>
                  <a:gd name="csY4-244" fmla="*/ 566052 h 798011"/>
                  <a:gd name="csX5-245" fmla="*/ 3832084 w 4248890"/>
                  <a:gd name="csY5-246" fmla="*/ 794836 h 798011"/>
                  <a:gd name="csX6-247" fmla="*/ 131946 w 4248890"/>
                  <a:gd name="csY6-248" fmla="*/ 798011 h 798011"/>
                  <a:gd name="csX7-249" fmla="*/ 0 w 4248890"/>
                  <a:gd name="csY7-250" fmla="*/ 666065 h 798011"/>
                  <a:gd name="csX8-251" fmla="*/ 0 w 4248890"/>
                  <a:gd name="csY8-252" fmla="*/ 138296 h 798011"/>
                  <a:gd name="csX0-253" fmla="*/ 0 w 4248890"/>
                  <a:gd name="csY0-254" fmla="*/ 138296 h 798011"/>
                  <a:gd name="csX1-255" fmla="*/ 131946 w 4248890"/>
                  <a:gd name="csY1-256" fmla="*/ 6350 h 798011"/>
                  <a:gd name="csX2-257" fmla="*/ 4224197 w 4248890"/>
                  <a:gd name="csY2-258" fmla="*/ 0 h 798011"/>
                  <a:gd name="csX3-259" fmla="*/ 4148180 w 4248890"/>
                  <a:gd name="csY3-260" fmla="*/ 246246 h 798011"/>
                  <a:gd name="csX4-261" fmla="*/ 3995780 w 4248890"/>
                  <a:gd name="csY4-262" fmla="*/ 566052 h 798011"/>
                  <a:gd name="csX5-263" fmla="*/ 3832084 w 4248890"/>
                  <a:gd name="csY5-264" fmla="*/ 794836 h 798011"/>
                  <a:gd name="csX6-265" fmla="*/ 131946 w 4248890"/>
                  <a:gd name="csY6-266" fmla="*/ 798011 h 798011"/>
                  <a:gd name="csX7-267" fmla="*/ 0 w 4248890"/>
                  <a:gd name="csY7-268" fmla="*/ 666065 h 798011"/>
                  <a:gd name="csX8-269" fmla="*/ 0 w 4248890"/>
                  <a:gd name="csY8-270" fmla="*/ 138296 h 798011"/>
                </a:gdLst>
                <a:ahLst/>
                <a:cxnLst>
                  <a:cxn ang="0">
                    <a:pos x="csX0-1" y="csY0-2"/>
                  </a:cxn>
                  <a:cxn ang="0">
                    <a:pos x="csX1-3" y="csY1-4"/>
                  </a:cxn>
                  <a:cxn ang="0">
                    <a:pos x="csX2-5" y="csY2-6"/>
                  </a:cxn>
                  <a:cxn ang="0">
                    <a:pos x="csX3-7" y="csY3-8"/>
                  </a:cxn>
                  <a:cxn ang="0">
                    <a:pos x="csX4-9" y="csY4-10"/>
                  </a:cxn>
                  <a:cxn ang="0">
                    <a:pos x="csX5-11" y="csY5-12"/>
                  </a:cxn>
                  <a:cxn ang="0">
                    <a:pos x="csX6-13" y="csY6-14"/>
                  </a:cxn>
                  <a:cxn ang="0">
                    <a:pos x="csX7-15" y="csY7-16"/>
                  </a:cxn>
                  <a:cxn ang="0">
                    <a:pos x="csX8-17" y="csY8-18"/>
                  </a:cxn>
                </a:cxnLst>
                <a:rect l="l" t="t" r="r" b="b"/>
                <a:pathLst>
                  <a:path w="4248890" h="798011">
                    <a:moveTo>
                      <a:pt x="0" y="138296"/>
                    </a:moveTo>
                    <a:cubicBezTo>
                      <a:pt x="0" y="65424"/>
                      <a:pt x="59074" y="6350"/>
                      <a:pt x="131946" y="6350"/>
                    </a:cubicBezTo>
                    <a:lnTo>
                      <a:pt x="4224197" y="0"/>
                    </a:lnTo>
                    <a:cubicBezTo>
                      <a:pt x="4297069" y="0"/>
                      <a:pt x="4189455" y="125748"/>
                      <a:pt x="4148180" y="246246"/>
                    </a:cubicBezTo>
                    <a:cubicBezTo>
                      <a:pt x="4065630" y="436457"/>
                      <a:pt x="4081505" y="385367"/>
                      <a:pt x="3995780" y="566052"/>
                    </a:cubicBezTo>
                    <a:cubicBezTo>
                      <a:pt x="3962443" y="651624"/>
                      <a:pt x="3904956" y="794836"/>
                      <a:pt x="3832084" y="794836"/>
                    </a:cubicBezTo>
                    <a:lnTo>
                      <a:pt x="131946" y="798011"/>
                    </a:lnTo>
                    <a:cubicBezTo>
                      <a:pt x="59074" y="798011"/>
                      <a:pt x="0" y="738937"/>
                      <a:pt x="0" y="666065"/>
                    </a:cubicBezTo>
                    <a:lnTo>
                      <a:pt x="0" y="138296"/>
                    </a:lnTo>
                    <a:close/>
                  </a:path>
                </a:pathLst>
              </a:custGeom>
              <a:solidFill>
                <a:srgbClr val="FCD89E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6" name="文本框 435">
                    <a:extLst>
                      <a:ext uri="{FF2B5EF4-FFF2-40B4-BE49-F238E27FC236}">
                        <a16:creationId xmlns:a16="http://schemas.microsoft.com/office/drawing/2014/main" id="{45A8FFD6-3562-F406-18BC-F22D442D0A2D}"/>
                      </a:ext>
                    </a:extLst>
                  </p:cNvPr>
                  <p:cNvSpPr txBox="1"/>
                  <p:nvPr/>
                </p:nvSpPr>
                <p:spPr>
                  <a:xfrm>
                    <a:off x="590768" y="3867083"/>
                    <a:ext cx="601732" cy="64366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US" altLang="zh-CN" sz="1400" b="0" i="1" u="none" strike="noStrike" kern="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1400" b="0" i="1" u="none" strike="noStrike" kern="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kumimoji="0" lang="en-US" altLang="zh-CN" sz="1400" b="0" i="1" u="none" strike="noStrike" kern="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US" altLang="zh-CN" sz="1400" b="0" i="1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=6</m:t>
                          </m:r>
                        </m:oMath>
                      </m:oMathPara>
                    </a14:m>
                    <a:endParaRPr kumimoji="0" lang="en-US" altLang="zh-CN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mbria" panose="02040503050406030204" pitchFamily="18" charset="0"/>
                      <a:ea typeface="微软雅黑" panose="020B0503020204020204" pitchFamily="34" charset="-122"/>
                      <a:cs typeface="Times New Roman" panose="02020803070505020304" pitchFamily="18" charset="0"/>
                    </a:endParaRPr>
                  </a:p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6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微软雅黑" panose="020B0503020204020204" pitchFamily="34" charset="-122"/>
                        <a:cs typeface="Times New Roman" panose="02020803070505020304" pitchFamily="18" charset="0"/>
                      </a:rPr>
                      <a:t>𝑔= 1</a:t>
                    </a:r>
                  </a:p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微软雅黑" panose="020B0503020204020204" pitchFamily="34" charset="-122"/>
                        <a:cs typeface="Times New Roman" panose="02020803070505020304" pitchFamily="18" charset="0"/>
                      </a:rPr>
                      <a:t>Medium</a:t>
                    </a:r>
                  </a:p>
                </p:txBody>
              </p:sp>
            </mc:Choice>
            <mc:Fallback xmlns="">
              <p:sp>
                <p:nvSpPr>
                  <p:cNvPr id="436" name="文本框 435">
                    <a:extLst>
                      <a:ext uri="{FF2B5EF4-FFF2-40B4-BE49-F238E27FC236}">
                        <a16:creationId xmlns:a16="http://schemas.microsoft.com/office/drawing/2014/main" id="{45A8FFD6-3562-F406-18BC-F22D442D0A2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0768" y="3867083"/>
                    <a:ext cx="601732" cy="643667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l="-15686" r="-17647" b="-14545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7" name="矩形: 圆角 151">
                    <a:extLst>
                      <a:ext uri="{FF2B5EF4-FFF2-40B4-BE49-F238E27FC236}">
                        <a16:creationId xmlns:a16="http://schemas.microsoft.com/office/drawing/2014/main" id="{98C87E91-357E-8E83-1565-1FBDE715BA91}"/>
                      </a:ext>
                    </a:extLst>
                  </p:cNvPr>
                  <p:cNvSpPr/>
                  <p:nvPr/>
                </p:nvSpPr>
                <p:spPr>
                  <a:xfrm>
                    <a:off x="5269773" y="4058218"/>
                    <a:ext cx="423545" cy="294640"/>
                  </a:xfrm>
                  <a:prstGeom prst="roundRect">
                    <a:avLst/>
                  </a:prstGeom>
                  <a:solidFill>
                    <a:sysClr val="window" lastClr="FFFFFF"/>
                  </a:solidFill>
                  <a:ln w="12700" cap="flat" cmpd="sng" algn="ctr">
                    <a:solidFill>
                      <a:srgbClr val="4874CB">
                        <a:shade val="15000"/>
                      </a:srgbClr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US" altLang="zh-CN" sz="1800" b="0" i="1" u="none" strike="noStrike" kern="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kumimoji="0" lang="en-US" altLang="zh-CN" sz="1800" b="0" i="0" u="none" strike="noStrike" kern="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Φ</m:t>
                              </m:r>
                            </m:e>
                            <m:sub>
                              <m:r>
                                <a:rPr kumimoji="0" lang="en-US" altLang="zh-CN" sz="1800" b="0" i="1" u="none" strike="noStrike" kern="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kumimoji="0" lang="zh-CN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437" name="矩形: 圆角 151">
                    <a:extLst>
                      <a:ext uri="{FF2B5EF4-FFF2-40B4-BE49-F238E27FC236}">
                        <a16:creationId xmlns:a16="http://schemas.microsoft.com/office/drawing/2014/main" id="{98C87E91-357E-8E83-1565-1FBDE715BA9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69773" y="4058218"/>
                    <a:ext cx="423545" cy="294640"/>
                  </a:xfrm>
                  <a:prstGeom prst="roundRect">
                    <a:avLst/>
                  </a:prstGeom>
                  <a:blipFill>
                    <a:blip r:embed="rId19"/>
                    <a:stretch>
                      <a:fillRect l="-2703" b="-7692"/>
                    </a:stretch>
                  </a:blipFill>
                  <a:ln w="12700" cap="flat" cmpd="sng" algn="ctr">
                    <a:solidFill>
                      <a:srgbClr val="4874CB">
                        <a:shade val="15000"/>
                      </a:srgbClr>
                    </a:solidFill>
                    <a:prstDash val="solid"/>
                    <a:miter lim="800000"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38" name="直接箭头连接符 157">
                <a:extLst>
                  <a:ext uri="{FF2B5EF4-FFF2-40B4-BE49-F238E27FC236}">
                    <a16:creationId xmlns:a16="http://schemas.microsoft.com/office/drawing/2014/main" id="{42B0F74E-A01D-9B52-284D-183F4C8EA3EC}"/>
                  </a:ext>
                </a:extLst>
              </p:cNvPr>
              <p:cNvCxnSpPr>
                <a:cxnSpLocks/>
                <a:stCxn id="437" idx="3"/>
              </p:cNvCxnSpPr>
              <p:nvPr/>
            </p:nvCxnSpPr>
            <p:spPr>
              <a:xfrm>
                <a:off x="5693318" y="4205538"/>
                <a:ext cx="520583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439" name="直接连接符 166">
                <a:extLst>
                  <a:ext uri="{FF2B5EF4-FFF2-40B4-BE49-F238E27FC236}">
                    <a16:creationId xmlns:a16="http://schemas.microsoft.com/office/drawing/2014/main" id="{753F6F60-1ECF-0A66-2501-4022C3AF1767}"/>
                  </a:ext>
                </a:extLst>
              </p:cNvPr>
              <p:cNvCxnSpPr>
                <a:cxnSpLocks/>
                <a:endCxn id="437" idx="1"/>
              </p:cNvCxnSpPr>
              <p:nvPr/>
            </p:nvCxnSpPr>
            <p:spPr>
              <a:xfrm>
                <a:off x="4624335" y="4205538"/>
                <a:ext cx="645438" cy="0"/>
              </a:xfrm>
              <a:prstGeom prst="line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grpSp>
            <p:nvGrpSpPr>
              <p:cNvPr id="440" name="组合 439">
                <a:extLst>
                  <a:ext uri="{FF2B5EF4-FFF2-40B4-BE49-F238E27FC236}">
                    <a16:creationId xmlns:a16="http://schemas.microsoft.com/office/drawing/2014/main" id="{649C5C95-FA93-F538-0C19-F948175658F3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467834" y="3854570"/>
                <a:ext cx="2802337" cy="666544"/>
                <a:chOff x="1879814" y="3451035"/>
                <a:chExt cx="2409495" cy="573105"/>
              </a:xfrm>
            </p:grpSpPr>
            <p:grpSp>
              <p:nvGrpSpPr>
                <p:cNvPr id="441" name="组合 440">
                  <a:extLst>
                    <a:ext uri="{FF2B5EF4-FFF2-40B4-BE49-F238E27FC236}">
                      <a16:creationId xmlns:a16="http://schemas.microsoft.com/office/drawing/2014/main" id="{B16289AD-A03D-1A06-4640-336B35B46A15}"/>
                    </a:ext>
                  </a:extLst>
                </p:cNvPr>
                <p:cNvGrpSpPr/>
                <p:nvPr/>
              </p:nvGrpSpPr>
              <p:grpSpPr>
                <a:xfrm>
                  <a:off x="3550562" y="3451035"/>
                  <a:ext cx="321058" cy="573105"/>
                  <a:chOff x="2510688" y="3403680"/>
                  <a:chExt cx="355426" cy="634454"/>
                </a:xfrm>
              </p:grpSpPr>
              <p:sp>
                <p:nvSpPr>
                  <p:cNvPr id="477" name="椭圆 476">
                    <a:extLst>
                      <a:ext uri="{FF2B5EF4-FFF2-40B4-BE49-F238E27FC236}">
                        <a16:creationId xmlns:a16="http://schemas.microsoft.com/office/drawing/2014/main" id="{40C24FD4-7098-1350-CD92-CD500F824723}"/>
                      </a:ext>
                    </a:extLst>
                  </p:cNvPr>
                  <p:cNvSpPr/>
                  <p:nvPr/>
                </p:nvSpPr>
                <p:spPr>
                  <a:xfrm>
                    <a:off x="2628185" y="3890534"/>
                    <a:ext cx="149225" cy="147600"/>
                  </a:xfrm>
                  <a:prstGeom prst="ellipse">
                    <a:avLst/>
                  </a:prstGeom>
                  <a:solidFill>
                    <a:srgbClr val="F7AC46"/>
                  </a:solidFill>
                  <a:ln w="12700" cap="flat" cmpd="sng" algn="ctr">
                    <a:solidFill>
                      <a:srgbClr val="4874CB">
                        <a:shade val="15000"/>
                      </a:srgbClr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  <p:grpSp>
                <p:nvGrpSpPr>
                  <p:cNvPr id="478" name="组合 477">
                    <a:extLst>
                      <a:ext uri="{FF2B5EF4-FFF2-40B4-BE49-F238E27FC236}">
                        <a16:creationId xmlns:a16="http://schemas.microsoft.com/office/drawing/2014/main" id="{38DDD9D2-2CD0-CC75-CE47-D1EAF677B4A0}"/>
                      </a:ext>
                    </a:extLst>
                  </p:cNvPr>
                  <p:cNvGrpSpPr/>
                  <p:nvPr/>
                </p:nvGrpSpPr>
                <p:grpSpPr>
                  <a:xfrm>
                    <a:off x="2527323" y="3557004"/>
                    <a:ext cx="335774" cy="252654"/>
                    <a:chOff x="2527323" y="3557004"/>
                    <a:chExt cx="335774" cy="252654"/>
                  </a:xfrm>
                </p:grpSpPr>
                <p:sp>
                  <p:nvSpPr>
                    <p:cNvPr id="481" name="左中括号 480">
                      <a:extLst>
                        <a:ext uri="{FF2B5EF4-FFF2-40B4-BE49-F238E27FC236}">
                          <a16:creationId xmlns:a16="http://schemas.microsoft.com/office/drawing/2014/main" id="{18AB3E0E-120D-80CC-057B-BF4393A1A763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2672350" y="3411977"/>
                      <a:ext cx="45719" cy="335774"/>
                    </a:xfrm>
                    <a:prstGeom prst="leftBracket">
                      <a:avLst/>
                    </a:prstGeom>
                    <a:noFill/>
                    <a:ln w="127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微软雅黑" panose="020B0503020204020204" pitchFamily="34" charset="-122"/>
                        <a:cs typeface="+mn-cs"/>
                      </a:endParaRPr>
                    </a:p>
                  </p:txBody>
                </p:sp>
                <p:cxnSp>
                  <p:nvCxnSpPr>
                    <p:cNvPr id="482" name="直接箭头连接符 99">
                      <a:extLst>
                        <a:ext uri="{FF2B5EF4-FFF2-40B4-BE49-F238E27FC236}">
                          <a16:creationId xmlns:a16="http://schemas.microsoft.com/office/drawing/2014/main" id="{55A814CD-435B-71B1-B438-6132D5A7D923}"/>
                        </a:ext>
                      </a:extLst>
                    </p:cNvPr>
                    <p:cNvCxnSpPr>
                      <a:cxnSpLocks/>
                      <a:stCxn id="481" idx="1"/>
                    </p:cNvCxnSpPr>
                    <p:nvPr/>
                  </p:nvCxnSpPr>
                  <p:spPr>
                    <a:xfrm>
                      <a:off x="2695210" y="3602724"/>
                      <a:ext cx="0" cy="206934"/>
                    </a:xfrm>
                    <a:prstGeom prst="straightConnector1">
                      <a:avLst/>
                    </a:prstGeom>
                    <a:noFill/>
                    <a:ln w="127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tailEnd type="triangle"/>
                    </a:ln>
                    <a:effectLst/>
                  </p:spPr>
                </p:cxnSp>
              </p:grpSp>
              <p:sp>
                <p:nvSpPr>
                  <p:cNvPr id="479" name="椭圆 478">
                    <a:extLst>
                      <a:ext uri="{FF2B5EF4-FFF2-40B4-BE49-F238E27FC236}">
                        <a16:creationId xmlns:a16="http://schemas.microsoft.com/office/drawing/2014/main" id="{C9DD2767-20B4-E276-BC68-FB548960410F}"/>
                      </a:ext>
                    </a:extLst>
                  </p:cNvPr>
                  <p:cNvSpPr/>
                  <p:nvPr/>
                </p:nvSpPr>
                <p:spPr>
                  <a:xfrm>
                    <a:off x="2510688" y="3403680"/>
                    <a:ext cx="125013" cy="123652"/>
                  </a:xfrm>
                  <a:prstGeom prst="ellipse">
                    <a:avLst/>
                  </a:prstGeom>
                  <a:solidFill>
                    <a:srgbClr val="F7AC46"/>
                  </a:solidFill>
                  <a:ln w="12700" cap="flat" cmpd="sng" algn="ctr">
                    <a:solidFill>
                      <a:srgbClr val="4874CB">
                        <a:shade val="15000"/>
                      </a:srgbClr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  <p:sp>
                <p:nvSpPr>
                  <p:cNvPr id="480" name="椭圆 479">
                    <a:extLst>
                      <a:ext uri="{FF2B5EF4-FFF2-40B4-BE49-F238E27FC236}">
                        <a16:creationId xmlns:a16="http://schemas.microsoft.com/office/drawing/2014/main" id="{F08B307A-1C47-59DA-941D-265F2E4694FC}"/>
                      </a:ext>
                    </a:extLst>
                  </p:cNvPr>
                  <p:cNvSpPr/>
                  <p:nvPr/>
                </p:nvSpPr>
                <p:spPr>
                  <a:xfrm>
                    <a:off x="2741101" y="3403680"/>
                    <a:ext cx="125013" cy="123652"/>
                  </a:xfrm>
                  <a:prstGeom prst="ellipse">
                    <a:avLst/>
                  </a:prstGeom>
                  <a:solidFill>
                    <a:srgbClr val="F7AC46"/>
                  </a:solidFill>
                  <a:ln w="12700" cap="flat" cmpd="sng" algn="ctr">
                    <a:solidFill>
                      <a:srgbClr val="4874CB">
                        <a:shade val="15000"/>
                      </a:srgbClr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</p:grpSp>
            <p:grpSp>
              <p:nvGrpSpPr>
                <p:cNvPr id="442" name="组合 441">
                  <a:extLst>
                    <a:ext uri="{FF2B5EF4-FFF2-40B4-BE49-F238E27FC236}">
                      <a16:creationId xmlns:a16="http://schemas.microsoft.com/office/drawing/2014/main" id="{53737CA7-12C6-99AE-FE7E-9CDA11283411}"/>
                    </a:ext>
                  </a:extLst>
                </p:cNvPr>
                <p:cNvGrpSpPr/>
                <p:nvPr/>
              </p:nvGrpSpPr>
              <p:grpSpPr>
                <a:xfrm>
                  <a:off x="3132875" y="3451035"/>
                  <a:ext cx="321058" cy="573105"/>
                  <a:chOff x="2510688" y="3403680"/>
                  <a:chExt cx="355426" cy="634454"/>
                </a:xfrm>
              </p:grpSpPr>
              <p:sp>
                <p:nvSpPr>
                  <p:cNvPr id="471" name="椭圆 470">
                    <a:extLst>
                      <a:ext uri="{FF2B5EF4-FFF2-40B4-BE49-F238E27FC236}">
                        <a16:creationId xmlns:a16="http://schemas.microsoft.com/office/drawing/2014/main" id="{BEC3C32D-61F5-2DE5-6490-BD2A951AD869}"/>
                      </a:ext>
                    </a:extLst>
                  </p:cNvPr>
                  <p:cNvSpPr/>
                  <p:nvPr/>
                </p:nvSpPr>
                <p:spPr>
                  <a:xfrm>
                    <a:off x="2628185" y="3890534"/>
                    <a:ext cx="149225" cy="147600"/>
                  </a:xfrm>
                  <a:prstGeom prst="ellipse">
                    <a:avLst/>
                  </a:prstGeom>
                  <a:solidFill>
                    <a:srgbClr val="F7AC46"/>
                  </a:solidFill>
                  <a:ln w="12700" cap="flat" cmpd="sng" algn="ctr">
                    <a:solidFill>
                      <a:srgbClr val="4874CB">
                        <a:shade val="15000"/>
                      </a:srgbClr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  <p:grpSp>
                <p:nvGrpSpPr>
                  <p:cNvPr id="472" name="组合 471">
                    <a:extLst>
                      <a:ext uri="{FF2B5EF4-FFF2-40B4-BE49-F238E27FC236}">
                        <a16:creationId xmlns:a16="http://schemas.microsoft.com/office/drawing/2014/main" id="{6DC35FE2-911A-E112-F996-EFEB9FCC629E}"/>
                      </a:ext>
                    </a:extLst>
                  </p:cNvPr>
                  <p:cNvGrpSpPr/>
                  <p:nvPr/>
                </p:nvGrpSpPr>
                <p:grpSpPr>
                  <a:xfrm>
                    <a:off x="2527323" y="3557004"/>
                    <a:ext cx="335774" cy="252654"/>
                    <a:chOff x="2527323" y="3557004"/>
                    <a:chExt cx="335774" cy="252654"/>
                  </a:xfrm>
                </p:grpSpPr>
                <p:sp>
                  <p:nvSpPr>
                    <p:cNvPr id="475" name="左中括号 474">
                      <a:extLst>
                        <a:ext uri="{FF2B5EF4-FFF2-40B4-BE49-F238E27FC236}">
                          <a16:creationId xmlns:a16="http://schemas.microsoft.com/office/drawing/2014/main" id="{4943CE28-2EAB-E732-0AFC-C77767EACF76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2672350" y="3411977"/>
                      <a:ext cx="45719" cy="335774"/>
                    </a:xfrm>
                    <a:prstGeom prst="leftBracket">
                      <a:avLst/>
                    </a:prstGeom>
                    <a:noFill/>
                    <a:ln w="127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微软雅黑" panose="020B0503020204020204" pitchFamily="34" charset="-122"/>
                        <a:cs typeface="+mn-cs"/>
                      </a:endParaRPr>
                    </a:p>
                  </p:txBody>
                </p:sp>
                <p:cxnSp>
                  <p:nvCxnSpPr>
                    <p:cNvPr id="476" name="直接箭头连接符 99">
                      <a:extLst>
                        <a:ext uri="{FF2B5EF4-FFF2-40B4-BE49-F238E27FC236}">
                          <a16:creationId xmlns:a16="http://schemas.microsoft.com/office/drawing/2014/main" id="{97876053-B2D5-5552-4562-EBE50C27F3A4}"/>
                        </a:ext>
                      </a:extLst>
                    </p:cNvPr>
                    <p:cNvCxnSpPr>
                      <a:cxnSpLocks/>
                      <a:stCxn id="475" idx="1"/>
                    </p:cNvCxnSpPr>
                    <p:nvPr/>
                  </p:nvCxnSpPr>
                  <p:spPr>
                    <a:xfrm>
                      <a:off x="2695210" y="3602724"/>
                      <a:ext cx="0" cy="206934"/>
                    </a:xfrm>
                    <a:prstGeom prst="straightConnector1">
                      <a:avLst/>
                    </a:prstGeom>
                    <a:noFill/>
                    <a:ln w="127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tailEnd type="triangle"/>
                    </a:ln>
                    <a:effectLst/>
                  </p:spPr>
                </p:cxnSp>
              </p:grpSp>
              <p:sp>
                <p:nvSpPr>
                  <p:cNvPr id="473" name="椭圆 472">
                    <a:extLst>
                      <a:ext uri="{FF2B5EF4-FFF2-40B4-BE49-F238E27FC236}">
                        <a16:creationId xmlns:a16="http://schemas.microsoft.com/office/drawing/2014/main" id="{EFC0AA89-8646-E5BB-DF69-53BC01DC654A}"/>
                      </a:ext>
                    </a:extLst>
                  </p:cNvPr>
                  <p:cNvSpPr/>
                  <p:nvPr/>
                </p:nvSpPr>
                <p:spPr>
                  <a:xfrm>
                    <a:off x="2510688" y="3403680"/>
                    <a:ext cx="125013" cy="123652"/>
                  </a:xfrm>
                  <a:prstGeom prst="ellipse">
                    <a:avLst/>
                  </a:prstGeom>
                  <a:solidFill>
                    <a:srgbClr val="F7AC46"/>
                  </a:solidFill>
                  <a:ln w="12700" cap="flat" cmpd="sng" algn="ctr">
                    <a:solidFill>
                      <a:srgbClr val="4874CB">
                        <a:shade val="15000"/>
                      </a:srgbClr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  <p:sp>
                <p:nvSpPr>
                  <p:cNvPr id="474" name="椭圆 473">
                    <a:extLst>
                      <a:ext uri="{FF2B5EF4-FFF2-40B4-BE49-F238E27FC236}">
                        <a16:creationId xmlns:a16="http://schemas.microsoft.com/office/drawing/2014/main" id="{5A2DEF92-6626-479E-B4CE-0DF01C89DA10}"/>
                      </a:ext>
                    </a:extLst>
                  </p:cNvPr>
                  <p:cNvSpPr/>
                  <p:nvPr/>
                </p:nvSpPr>
                <p:spPr>
                  <a:xfrm>
                    <a:off x="2741101" y="3403680"/>
                    <a:ext cx="125013" cy="123652"/>
                  </a:xfrm>
                  <a:prstGeom prst="ellipse">
                    <a:avLst/>
                  </a:prstGeom>
                  <a:solidFill>
                    <a:srgbClr val="F7AC46"/>
                  </a:solidFill>
                  <a:ln w="12700" cap="flat" cmpd="sng" algn="ctr">
                    <a:solidFill>
                      <a:srgbClr val="4874CB">
                        <a:shade val="15000"/>
                      </a:srgbClr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</p:grpSp>
            <p:grpSp>
              <p:nvGrpSpPr>
                <p:cNvPr id="443" name="组合 442">
                  <a:extLst>
                    <a:ext uri="{FF2B5EF4-FFF2-40B4-BE49-F238E27FC236}">
                      <a16:creationId xmlns:a16="http://schemas.microsoft.com/office/drawing/2014/main" id="{86AA0C64-1FD4-84B2-0A90-C4C7E894A891}"/>
                    </a:ext>
                  </a:extLst>
                </p:cNvPr>
                <p:cNvGrpSpPr/>
                <p:nvPr/>
              </p:nvGrpSpPr>
              <p:grpSpPr>
                <a:xfrm>
                  <a:off x="3968251" y="3451035"/>
                  <a:ext cx="321058" cy="573105"/>
                  <a:chOff x="2510688" y="3403680"/>
                  <a:chExt cx="355426" cy="634454"/>
                </a:xfrm>
              </p:grpSpPr>
              <p:sp>
                <p:nvSpPr>
                  <p:cNvPr id="465" name="椭圆 464">
                    <a:extLst>
                      <a:ext uri="{FF2B5EF4-FFF2-40B4-BE49-F238E27FC236}">
                        <a16:creationId xmlns:a16="http://schemas.microsoft.com/office/drawing/2014/main" id="{65840DCB-7DB5-1703-80F9-4713121275D2}"/>
                      </a:ext>
                    </a:extLst>
                  </p:cNvPr>
                  <p:cNvSpPr/>
                  <p:nvPr/>
                </p:nvSpPr>
                <p:spPr>
                  <a:xfrm>
                    <a:off x="2628185" y="3890534"/>
                    <a:ext cx="149225" cy="147600"/>
                  </a:xfrm>
                  <a:prstGeom prst="ellipse">
                    <a:avLst/>
                  </a:prstGeom>
                  <a:solidFill>
                    <a:srgbClr val="F7AC46"/>
                  </a:solidFill>
                  <a:ln w="12700" cap="flat" cmpd="sng" algn="ctr">
                    <a:solidFill>
                      <a:srgbClr val="4874CB">
                        <a:shade val="15000"/>
                      </a:srgbClr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  <p:grpSp>
                <p:nvGrpSpPr>
                  <p:cNvPr id="466" name="组合 465">
                    <a:extLst>
                      <a:ext uri="{FF2B5EF4-FFF2-40B4-BE49-F238E27FC236}">
                        <a16:creationId xmlns:a16="http://schemas.microsoft.com/office/drawing/2014/main" id="{5E4D9D45-EC99-5A84-DF52-EA481F39DE84}"/>
                      </a:ext>
                    </a:extLst>
                  </p:cNvPr>
                  <p:cNvGrpSpPr/>
                  <p:nvPr/>
                </p:nvGrpSpPr>
                <p:grpSpPr>
                  <a:xfrm>
                    <a:off x="2527323" y="3557004"/>
                    <a:ext cx="335774" cy="252654"/>
                    <a:chOff x="2527323" y="3557004"/>
                    <a:chExt cx="335774" cy="252654"/>
                  </a:xfrm>
                </p:grpSpPr>
                <p:sp>
                  <p:nvSpPr>
                    <p:cNvPr id="469" name="左中括号 468">
                      <a:extLst>
                        <a:ext uri="{FF2B5EF4-FFF2-40B4-BE49-F238E27FC236}">
                          <a16:creationId xmlns:a16="http://schemas.microsoft.com/office/drawing/2014/main" id="{BC2123B7-222E-F39E-3496-814E6236B8CF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2672350" y="3411977"/>
                      <a:ext cx="45719" cy="335774"/>
                    </a:xfrm>
                    <a:prstGeom prst="leftBracket">
                      <a:avLst/>
                    </a:prstGeom>
                    <a:noFill/>
                    <a:ln w="127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微软雅黑" panose="020B0503020204020204" pitchFamily="34" charset="-122"/>
                        <a:cs typeface="+mn-cs"/>
                      </a:endParaRPr>
                    </a:p>
                  </p:txBody>
                </p:sp>
                <p:cxnSp>
                  <p:nvCxnSpPr>
                    <p:cNvPr id="470" name="直接箭头连接符 99">
                      <a:extLst>
                        <a:ext uri="{FF2B5EF4-FFF2-40B4-BE49-F238E27FC236}">
                          <a16:creationId xmlns:a16="http://schemas.microsoft.com/office/drawing/2014/main" id="{6312DFE5-20BD-C876-6DE4-AC48FA1D951B}"/>
                        </a:ext>
                      </a:extLst>
                    </p:cNvPr>
                    <p:cNvCxnSpPr>
                      <a:cxnSpLocks/>
                      <a:stCxn id="469" idx="1"/>
                    </p:cNvCxnSpPr>
                    <p:nvPr/>
                  </p:nvCxnSpPr>
                  <p:spPr>
                    <a:xfrm>
                      <a:off x="2695210" y="3602724"/>
                      <a:ext cx="0" cy="206934"/>
                    </a:xfrm>
                    <a:prstGeom prst="straightConnector1">
                      <a:avLst/>
                    </a:prstGeom>
                    <a:noFill/>
                    <a:ln w="127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tailEnd type="triangle"/>
                    </a:ln>
                    <a:effectLst/>
                  </p:spPr>
                </p:cxnSp>
              </p:grpSp>
              <p:sp>
                <p:nvSpPr>
                  <p:cNvPr id="467" name="椭圆 466">
                    <a:extLst>
                      <a:ext uri="{FF2B5EF4-FFF2-40B4-BE49-F238E27FC236}">
                        <a16:creationId xmlns:a16="http://schemas.microsoft.com/office/drawing/2014/main" id="{67A92C6D-5C35-5D81-09DC-81FEBAA24646}"/>
                      </a:ext>
                    </a:extLst>
                  </p:cNvPr>
                  <p:cNvSpPr/>
                  <p:nvPr/>
                </p:nvSpPr>
                <p:spPr>
                  <a:xfrm>
                    <a:off x="2510688" y="3403680"/>
                    <a:ext cx="125013" cy="123652"/>
                  </a:xfrm>
                  <a:prstGeom prst="ellipse">
                    <a:avLst/>
                  </a:prstGeom>
                  <a:solidFill>
                    <a:srgbClr val="F7AC46"/>
                  </a:solidFill>
                  <a:ln w="12700" cap="flat" cmpd="sng" algn="ctr">
                    <a:solidFill>
                      <a:srgbClr val="4874CB">
                        <a:shade val="15000"/>
                      </a:srgbClr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  <p:sp>
                <p:nvSpPr>
                  <p:cNvPr id="468" name="椭圆 467">
                    <a:extLst>
                      <a:ext uri="{FF2B5EF4-FFF2-40B4-BE49-F238E27FC236}">
                        <a16:creationId xmlns:a16="http://schemas.microsoft.com/office/drawing/2014/main" id="{56AD5F97-973E-08C3-F596-AE3CD9EBBEA3}"/>
                      </a:ext>
                    </a:extLst>
                  </p:cNvPr>
                  <p:cNvSpPr/>
                  <p:nvPr/>
                </p:nvSpPr>
                <p:spPr>
                  <a:xfrm>
                    <a:off x="2741101" y="3403680"/>
                    <a:ext cx="125013" cy="123652"/>
                  </a:xfrm>
                  <a:prstGeom prst="ellipse">
                    <a:avLst/>
                  </a:prstGeom>
                  <a:solidFill>
                    <a:srgbClr val="F7AC46"/>
                  </a:solidFill>
                  <a:ln w="12700" cap="flat" cmpd="sng" algn="ctr">
                    <a:solidFill>
                      <a:srgbClr val="4874CB">
                        <a:shade val="15000"/>
                      </a:srgbClr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</p:grpSp>
            <p:grpSp>
              <p:nvGrpSpPr>
                <p:cNvPr id="444" name="组合 443">
                  <a:extLst>
                    <a:ext uri="{FF2B5EF4-FFF2-40B4-BE49-F238E27FC236}">
                      <a16:creationId xmlns:a16="http://schemas.microsoft.com/office/drawing/2014/main" id="{C486648D-B1D6-CE80-5654-E5A4F15E13C3}"/>
                    </a:ext>
                  </a:extLst>
                </p:cNvPr>
                <p:cNvGrpSpPr/>
                <p:nvPr/>
              </p:nvGrpSpPr>
              <p:grpSpPr>
                <a:xfrm>
                  <a:off x="2297501" y="3451035"/>
                  <a:ext cx="321058" cy="573105"/>
                  <a:chOff x="2510688" y="3403680"/>
                  <a:chExt cx="355426" cy="634454"/>
                </a:xfrm>
              </p:grpSpPr>
              <p:sp>
                <p:nvSpPr>
                  <p:cNvPr id="459" name="椭圆 458">
                    <a:extLst>
                      <a:ext uri="{FF2B5EF4-FFF2-40B4-BE49-F238E27FC236}">
                        <a16:creationId xmlns:a16="http://schemas.microsoft.com/office/drawing/2014/main" id="{D02806E2-0A24-B369-95F7-15F676E05918}"/>
                      </a:ext>
                    </a:extLst>
                  </p:cNvPr>
                  <p:cNvSpPr/>
                  <p:nvPr/>
                </p:nvSpPr>
                <p:spPr>
                  <a:xfrm>
                    <a:off x="2628185" y="3890534"/>
                    <a:ext cx="149225" cy="147600"/>
                  </a:xfrm>
                  <a:prstGeom prst="ellipse">
                    <a:avLst/>
                  </a:prstGeom>
                  <a:solidFill>
                    <a:srgbClr val="F7AC46"/>
                  </a:solidFill>
                  <a:ln w="12700" cap="flat" cmpd="sng" algn="ctr">
                    <a:solidFill>
                      <a:srgbClr val="4874CB">
                        <a:shade val="15000"/>
                      </a:srgbClr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  <p:grpSp>
                <p:nvGrpSpPr>
                  <p:cNvPr id="460" name="组合 459">
                    <a:extLst>
                      <a:ext uri="{FF2B5EF4-FFF2-40B4-BE49-F238E27FC236}">
                        <a16:creationId xmlns:a16="http://schemas.microsoft.com/office/drawing/2014/main" id="{BC01D0C2-C2E6-C105-C350-5C0B679BDD12}"/>
                      </a:ext>
                    </a:extLst>
                  </p:cNvPr>
                  <p:cNvGrpSpPr/>
                  <p:nvPr/>
                </p:nvGrpSpPr>
                <p:grpSpPr>
                  <a:xfrm>
                    <a:off x="2527323" y="3557004"/>
                    <a:ext cx="335774" cy="252654"/>
                    <a:chOff x="2527323" y="3557004"/>
                    <a:chExt cx="335774" cy="252654"/>
                  </a:xfrm>
                </p:grpSpPr>
                <p:sp>
                  <p:nvSpPr>
                    <p:cNvPr id="463" name="左中括号 462">
                      <a:extLst>
                        <a:ext uri="{FF2B5EF4-FFF2-40B4-BE49-F238E27FC236}">
                          <a16:creationId xmlns:a16="http://schemas.microsoft.com/office/drawing/2014/main" id="{F7BF036A-8423-9FBF-00D9-6546BBB62930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2672350" y="3411977"/>
                      <a:ext cx="45719" cy="335774"/>
                    </a:xfrm>
                    <a:prstGeom prst="leftBracket">
                      <a:avLst/>
                    </a:prstGeom>
                    <a:noFill/>
                    <a:ln w="127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微软雅黑" panose="020B0503020204020204" pitchFamily="34" charset="-122"/>
                        <a:cs typeface="+mn-cs"/>
                      </a:endParaRPr>
                    </a:p>
                  </p:txBody>
                </p:sp>
                <p:cxnSp>
                  <p:nvCxnSpPr>
                    <p:cNvPr id="464" name="直接箭头连接符 99">
                      <a:extLst>
                        <a:ext uri="{FF2B5EF4-FFF2-40B4-BE49-F238E27FC236}">
                          <a16:creationId xmlns:a16="http://schemas.microsoft.com/office/drawing/2014/main" id="{6894924D-350E-C74A-BE1F-A1828A11C849}"/>
                        </a:ext>
                      </a:extLst>
                    </p:cNvPr>
                    <p:cNvCxnSpPr>
                      <a:cxnSpLocks/>
                      <a:stCxn id="463" idx="1"/>
                    </p:cNvCxnSpPr>
                    <p:nvPr/>
                  </p:nvCxnSpPr>
                  <p:spPr>
                    <a:xfrm>
                      <a:off x="2695210" y="3602724"/>
                      <a:ext cx="0" cy="206934"/>
                    </a:xfrm>
                    <a:prstGeom prst="straightConnector1">
                      <a:avLst/>
                    </a:prstGeom>
                    <a:noFill/>
                    <a:ln w="127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tailEnd type="triangle"/>
                    </a:ln>
                    <a:effectLst/>
                  </p:spPr>
                </p:cxnSp>
              </p:grpSp>
              <p:sp>
                <p:nvSpPr>
                  <p:cNvPr id="461" name="椭圆 460">
                    <a:extLst>
                      <a:ext uri="{FF2B5EF4-FFF2-40B4-BE49-F238E27FC236}">
                        <a16:creationId xmlns:a16="http://schemas.microsoft.com/office/drawing/2014/main" id="{0356205F-04D6-546B-358B-16FDDC08A9CB}"/>
                      </a:ext>
                    </a:extLst>
                  </p:cNvPr>
                  <p:cNvSpPr/>
                  <p:nvPr/>
                </p:nvSpPr>
                <p:spPr>
                  <a:xfrm>
                    <a:off x="2510688" y="3403680"/>
                    <a:ext cx="125013" cy="123652"/>
                  </a:xfrm>
                  <a:prstGeom prst="ellipse">
                    <a:avLst/>
                  </a:prstGeom>
                  <a:solidFill>
                    <a:srgbClr val="F7AC46"/>
                  </a:solidFill>
                  <a:ln w="12700" cap="flat" cmpd="sng" algn="ctr">
                    <a:solidFill>
                      <a:srgbClr val="4874CB">
                        <a:shade val="15000"/>
                      </a:srgbClr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  <p:sp>
                <p:nvSpPr>
                  <p:cNvPr id="462" name="椭圆 461">
                    <a:extLst>
                      <a:ext uri="{FF2B5EF4-FFF2-40B4-BE49-F238E27FC236}">
                        <a16:creationId xmlns:a16="http://schemas.microsoft.com/office/drawing/2014/main" id="{E54BBF66-B5DC-7DC7-2496-28C50B53D6A2}"/>
                      </a:ext>
                    </a:extLst>
                  </p:cNvPr>
                  <p:cNvSpPr/>
                  <p:nvPr/>
                </p:nvSpPr>
                <p:spPr>
                  <a:xfrm>
                    <a:off x="2741101" y="3403680"/>
                    <a:ext cx="125013" cy="123652"/>
                  </a:xfrm>
                  <a:prstGeom prst="ellipse">
                    <a:avLst/>
                  </a:prstGeom>
                  <a:solidFill>
                    <a:srgbClr val="F7AC46"/>
                  </a:solidFill>
                  <a:ln w="12700" cap="flat" cmpd="sng" algn="ctr">
                    <a:solidFill>
                      <a:srgbClr val="4874CB">
                        <a:shade val="15000"/>
                      </a:srgbClr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</p:grpSp>
            <p:grpSp>
              <p:nvGrpSpPr>
                <p:cNvPr id="445" name="组合 444">
                  <a:extLst>
                    <a:ext uri="{FF2B5EF4-FFF2-40B4-BE49-F238E27FC236}">
                      <a16:creationId xmlns:a16="http://schemas.microsoft.com/office/drawing/2014/main" id="{7ED9125E-76FA-54F9-9BFC-60F7292A3991}"/>
                    </a:ext>
                  </a:extLst>
                </p:cNvPr>
                <p:cNvGrpSpPr/>
                <p:nvPr/>
              </p:nvGrpSpPr>
              <p:grpSpPr>
                <a:xfrm>
                  <a:off x="1879814" y="3451035"/>
                  <a:ext cx="321058" cy="573105"/>
                  <a:chOff x="2510688" y="3403680"/>
                  <a:chExt cx="355426" cy="634454"/>
                </a:xfrm>
              </p:grpSpPr>
              <p:sp>
                <p:nvSpPr>
                  <p:cNvPr id="453" name="椭圆 452">
                    <a:extLst>
                      <a:ext uri="{FF2B5EF4-FFF2-40B4-BE49-F238E27FC236}">
                        <a16:creationId xmlns:a16="http://schemas.microsoft.com/office/drawing/2014/main" id="{1CF2F51E-2F8E-B585-42D1-3D11BA2582F0}"/>
                      </a:ext>
                    </a:extLst>
                  </p:cNvPr>
                  <p:cNvSpPr/>
                  <p:nvPr/>
                </p:nvSpPr>
                <p:spPr>
                  <a:xfrm>
                    <a:off x="2628185" y="3890534"/>
                    <a:ext cx="149225" cy="147600"/>
                  </a:xfrm>
                  <a:prstGeom prst="ellipse">
                    <a:avLst/>
                  </a:prstGeom>
                  <a:solidFill>
                    <a:srgbClr val="F7AC46"/>
                  </a:solidFill>
                  <a:ln w="12700" cap="flat" cmpd="sng" algn="ctr">
                    <a:solidFill>
                      <a:srgbClr val="4874CB">
                        <a:shade val="15000"/>
                      </a:srgbClr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  <p:grpSp>
                <p:nvGrpSpPr>
                  <p:cNvPr id="454" name="组合 453">
                    <a:extLst>
                      <a:ext uri="{FF2B5EF4-FFF2-40B4-BE49-F238E27FC236}">
                        <a16:creationId xmlns:a16="http://schemas.microsoft.com/office/drawing/2014/main" id="{71B9F782-82B1-ECBE-DB81-EC99FAAEF33C}"/>
                      </a:ext>
                    </a:extLst>
                  </p:cNvPr>
                  <p:cNvGrpSpPr/>
                  <p:nvPr/>
                </p:nvGrpSpPr>
                <p:grpSpPr>
                  <a:xfrm>
                    <a:off x="2527323" y="3557004"/>
                    <a:ext cx="335774" cy="252654"/>
                    <a:chOff x="2527323" y="3557004"/>
                    <a:chExt cx="335774" cy="252654"/>
                  </a:xfrm>
                </p:grpSpPr>
                <p:sp>
                  <p:nvSpPr>
                    <p:cNvPr id="457" name="左中括号 456">
                      <a:extLst>
                        <a:ext uri="{FF2B5EF4-FFF2-40B4-BE49-F238E27FC236}">
                          <a16:creationId xmlns:a16="http://schemas.microsoft.com/office/drawing/2014/main" id="{7F6B568C-ECD4-279A-F600-9562CFB86A7F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2672350" y="3411977"/>
                      <a:ext cx="45719" cy="335774"/>
                    </a:xfrm>
                    <a:prstGeom prst="leftBracket">
                      <a:avLst/>
                    </a:prstGeom>
                    <a:noFill/>
                    <a:ln w="127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微软雅黑" panose="020B0503020204020204" pitchFamily="34" charset="-122"/>
                        <a:cs typeface="+mn-cs"/>
                      </a:endParaRPr>
                    </a:p>
                  </p:txBody>
                </p:sp>
                <p:cxnSp>
                  <p:nvCxnSpPr>
                    <p:cNvPr id="458" name="直接箭头连接符 99">
                      <a:extLst>
                        <a:ext uri="{FF2B5EF4-FFF2-40B4-BE49-F238E27FC236}">
                          <a16:creationId xmlns:a16="http://schemas.microsoft.com/office/drawing/2014/main" id="{860E7E15-B66B-EF88-0FBC-F621813A4955}"/>
                        </a:ext>
                      </a:extLst>
                    </p:cNvPr>
                    <p:cNvCxnSpPr>
                      <a:cxnSpLocks/>
                      <a:stCxn id="457" idx="1"/>
                    </p:cNvCxnSpPr>
                    <p:nvPr/>
                  </p:nvCxnSpPr>
                  <p:spPr>
                    <a:xfrm>
                      <a:off x="2695210" y="3602724"/>
                      <a:ext cx="0" cy="206934"/>
                    </a:xfrm>
                    <a:prstGeom prst="straightConnector1">
                      <a:avLst/>
                    </a:prstGeom>
                    <a:noFill/>
                    <a:ln w="127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tailEnd type="triangle"/>
                    </a:ln>
                    <a:effectLst/>
                  </p:spPr>
                </p:cxnSp>
              </p:grpSp>
              <p:sp>
                <p:nvSpPr>
                  <p:cNvPr id="455" name="椭圆 454">
                    <a:extLst>
                      <a:ext uri="{FF2B5EF4-FFF2-40B4-BE49-F238E27FC236}">
                        <a16:creationId xmlns:a16="http://schemas.microsoft.com/office/drawing/2014/main" id="{7B76B6A3-7B4A-4068-4642-0EAC3EBFB8B1}"/>
                      </a:ext>
                    </a:extLst>
                  </p:cNvPr>
                  <p:cNvSpPr/>
                  <p:nvPr/>
                </p:nvSpPr>
                <p:spPr>
                  <a:xfrm>
                    <a:off x="2510688" y="3403680"/>
                    <a:ext cx="125013" cy="123652"/>
                  </a:xfrm>
                  <a:prstGeom prst="ellipse">
                    <a:avLst/>
                  </a:prstGeom>
                  <a:solidFill>
                    <a:srgbClr val="F7AC46"/>
                  </a:solidFill>
                  <a:ln w="12700" cap="flat" cmpd="sng" algn="ctr">
                    <a:solidFill>
                      <a:srgbClr val="4874CB">
                        <a:shade val="15000"/>
                      </a:srgbClr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  <p:sp>
                <p:nvSpPr>
                  <p:cNvPr id="456" name="椭圆 455">
                    <a:extLst>
                      <a:ext uri="{FF2B5EF4-FFF2-40B4-BE49-F238E27FC236}">
                        <a16:creationId xmlns:a16="http://schemas.microsoft.com/office/drawing/2014/main" id="{36253211-E264-D1F9-0FE4-5F1FF2E5366E}"/>
                      </a:ext>
                    </a:extLst>
                  </p:cNvPr>
                  <p:cNvSpPr/>
                  <p:nvPr/>
                </p:nvSpPr>
                <p:spPr>
                  <a:xfrm>
                    <a:off x="2741101" y="3403680"/>
                    <a:ext cx="125013" cy="123652"/>
                  </a:xfrm>
                  <a:prstGeom prst="ellipse">
                    <a:avLst/>
                  </a:prstGeom>
                  <a:solidFill>
                    <a:srgbClr val="F7AC46"/>
                  </a:solidFill>
                  <a:ln w="12700" cap="flat" cmpd="sng" algn="ctr">
                    <a:solidFill>
                      <a:srgbClr val="4874CB">
                        <a:shade val="15000"/>
                      </a:srgbClr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</p:grpSp>
            <p:grpSp>
              <p:nvGrpSpPr>
                <p:cNvPr id="446" name="组合 445">
                  <a:extLst>
                    <a:ext uri="{FF2B5EF4-FFF2-40B4-BE49-F238E27FC236}">
                      <a16:creationId xmlns:a16="http://schemas.microsoft.com/office/drawing/2014/main" id="{95721F33-1688-4B18-D69B-A71521DB4332}"/>
                    </a:ext>
                  </a:extLst>
                </p:cNvPr>
                <p:cNvGrpSpPr/>
                <p:nvPr/>
              </p:nvGrpSpPr>
              <p:grpSpPr>
                <a:xfrm>
                  <a:off x="2715188" y="3451035"/>
                  <a:ext cx="321058" cy="573105"/>
                  <a:chOff x="2510688" y="3403680"/>
                  <a:chExt cx="355426" cy="634454"/>
                </a:xfrm>
              </p:grpSpPr>
              <p:sp>
                <p:nvSpPr>
                  <p:cNvPr id="447" name="椭圆 446">
                    <a:extLst>
                      <a:ext uri="{FF2B5EF4-FFF2-40B4-BE49-F238E27FC236}">
                        <a16:creationId xmlns:a16="http://schemas.microsoft.com/office/drawing/2014/main" id="{4D7F5358-7F4B-F513-6B28-23125EEFA047}"/>
                      </a:ext>
                    </a:extLst>
                  </p:cNvPr>
                  <p:cNvSpPr/>
                  <p:nvPr/>
                </p:nvSpPr>
                <p:spPr>
                  <a:xfrm>
                    <a:off x="2628185" y="3890534"/>
                    <a:ext cx="149225" cy="147600"/>
                  </a:xfrm>
                  <a:prstGeom prst="ellipse">
                    <a:avLst/>
                  </a:prstGeom>
                  <a:solidFill>
                    <a:srgbClr val="F7AC46"/>
                  </a:solidFill>
                  <a:ln w="12700" cap="flat" cmpd="sng" algn="ctr">
                    <a:solidFill>
                      <a:srgbClr val="4874CB">
                        <a:shade val="15000"/>
                      </a:srgbClr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  <p:grpSp>
                <p:nvGrpSpPr>
                  <p:cNvPr id="448" name="组合 447">
                    <a:extLst>
                      <a:ext uri="{FF2B5EF4-FFF2-40B4-BE49-F238E27FC236}">
                        <a16:creationId xmlns:a16="http://schemas.microsoft.com/office/drawing/2014/main" id="{15D90250-2055-37A5-62EA-C1D817A92C45}"/>
                      </a:ext>
                    </a:extLst>
                  </p:cNvPr>
                  <p:cNvGrpSpPr/>
                  <p:nvPr/>
                </p:nvGrpSpPr>
                <p:grpSpPr>
                  <a:xfrm>
                    <a:off x="2527323" y="3557004"/>
                    <a:ext cx="335774" cy="252654"/>
                    <a:chOff x="2527323" y="3557004"/>
                    <a:chExt cx="335774" cy="252654"/>
                  </a:xfrm>
                </p:grpSpPr>
                <p:sp>
                  <p:nvSpPr>
                    <p:cNvPr id="451" name="左中括号 450">
                      <a:extLst>
                        <a:ext uri="{FF2B5EF4-FFF2-40B4-BE49-F238E27FC236}">
                          <a16:creationId xmlns:a16="http://schemas.microsoft.com/office/drawing/2014/main" id="{CE00DDFD-733E-FB52-B6D7-79E43665F287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2672350" y="3411977"/>
                      <a:ext cx="45719" cy="335774"/>
                    </a:xfrm>
                    <a:prstGeom prst="leftBracket">
                      <a:avLst/>
                    </a:prstGeom>
                    <a:noFill/>
                    <a:ln w="127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微软雅黑" panose="020B0503020204020204" pitchFamily="34" charset="-122"/>
                        <a:cs typeface="+mn-cs"/>
                      </a:endParaRPr>
                    </a:p>
                  </p:txBody>
                </p:sp>
                <p:cxnSp>
                  <p:nvCxnSpPr>
                    <p:cNvPr id="452" name="直接箭头连接符 99">
                      <a:extLst>
                        <a:ext uri="{FF2B5EF4-FFF2-40B4-BE49-F238E27FC236}">
                          <a16:creationId xmlns:a16="http://schemas.microsoft.com/office/drawing/2014/main" id="{C2636CFE-EFD8-DE1D-F97F-4BD0D9C1E7E5}"/>
                        </a:ext>
                      </a:extLst>
                    </p:cNvPr>
                    <p:cNvCxnSpPr>
                      <a:cxnSpLocks/>
                      <a:stCxn id="451" idx="1"/>
                    </p:cNvCxnSpPr>
                    <p:nvPr/>
                  </p:nvCxnSpPr>
                  <p:spPr>
                    <a:xfrm>
                      <a:off x="2695210" y="3602724"/>
                      <a:ext cx="0" cy="206934"/>
                    </a:xfrm>
                    <a:prstGeom prst="straightConnector1">
                      <a:avLst/>
                    </a:prstGeom>
                    <a:noFill/>
                    <a:ln w="127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  <a:tailEnd type="triangle"/>
                    </a:ln>
                    <a:effectLst/>
                  </p:spPr>
                </p:cxnSp>
              </p:grpSp>
              <p:sp>
                <p:nvSpPr>
                  <p:cNvPr id="449" name="椭圆 448">
                    <a:extLst>
                      <a:ext uri="{FF2B5EF4-FFF2-40B4-BE49-F238E27FC236}">
                        <a16:creationId xmlns:a16="http://schemas.microsoft.com/office/drawing/2014/main" id="{96D3BE09-9B5B-C0C2-572C-C8A220D14B44}"/>
                      </a:ext>
                    </a:extLst>
                  </p:cNvPr>
                  <p:cNvSpPr/>
                  <p:nvPr/>
                </p:nvSpPr>
                <p:spPr>
                  <a:xfrm>
                    <a:off x="2510688" y="3403680"/>
                    <a:ext cx="125013" cy="123652"/>
                  </a:xfrm>
                  <a:prstGeom prst="ellipse">
                    <a:avLst/>
                  </a:prstGeom>
                  <a:solidFill>
                    <a:srgbClr val="F7AC46"/>
                  </a:solidFill>
                  <a:ln w="12700" cap="flat" cmpd="sng" algn="ctr">
                    <a:solidFill>
                      <a:srgbClr val="4874CB">
                        <a:shade val="15000"/>
                      </a:srgbClr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  <p:sp>
                <p:nvSpPr>
                  <p:cNvPr id="450" name="椭圆 449">
                    <a:extLst>
                      <a:ext uri="{FF2B5EF4-FFF2-40B4-BE49-F238E27FC236}">
                        <a16:creationId xmlns:a16="http://schemas.microsoft.com/office/drawing/2014/main" id="{EBD4E9B5-4623-3EB6-B629-FF82C9847E5C}"/>
                      </a:ext>
                    </a:extLst>
                  </p:cNvPr>
                  <p:cNvSpPr/>
                  <p:nvPr/>
                </p:nvSpPr>
                <p:spPr>
                  <a:xfrm>
                    <a:off x="2741101" y="3403680"/>
                    <a:ext cx="125013" cy="123652"/>
                  </a:xfrm>
                  <a:prstGeom prst="ellipse">
                    <a:avLst/>
                  </a:prstGeom>
                  <a:solidFill>
                    <a:srgbClr val="F7AC46"/>
                  </a:solidFill>
                  <a:ln w="12700" cap="flat" cmpd="sng" algn="ctr">
                    <a:solidFill>
                      <a:srgbClr val="4874CB">
                        <a:shade val="15000"/>
                      </a:srgbClr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</p:grpSp>
          </p:grpSp>
        </p:grpSp>
        <p:grpSp>
          <p:nvGrpSpPr>
            <p:cNvPr id="400" name="组合 399">
              <a:extLst>
                <a:ext uri="{FF2B5EF4-FFF2-40B4-BE49-F238E27FC236}">
                  <a16:creationId xmlns:a16="http://schemas.microsoft.com/office/drawing/2014/main" id="{FB9D78BC-05CA-8A6E-60BE-DD036A66B5F7}"/>
                </a:ext>
              </a:extLst>
            </p:cNvPr>
            <p:cNvGrpSpPr/>
            <p:nvPr/>
          </p:nvGrpSpPr>
          <p:grpSpPr>
            <a:xfrm>
              <a:off x="348995" y="5017205"/>
              <a:ext cx="5995558" cy="896071"/>
              <a:chOff x="514452" y="4835394"/>
              <a:chExt cx="5699449" cy="851816"/>
            </a:xfrm>
          </p:grpSpPr>
          <p:sp>
            <p:nvSpPr>
              <p:cNvPr id="405" name="矩形: 圆角 37">
                <a:extLst>
                  <a:ext uri="{FF2B5EF4-FFF2-40B4-BE49-F238E27FC236}">
                    <a16:creationId xmlns:a16="http://schemas.microsoft.com/office/drawing/2014/main" id="{38007F8C-D8A5-84A9-F075-C6749863EC36}"/>
                  </a:ext>
                </a:extLst>
              </p:cNvPr>
              <p:cNvSpPr/>
              <p:nvPr/>
            </p:nvSpPr>
            <p:spPr>
              <a:xfrm>
                <a:off x="514452" y="4835394"/>
                <a:ext cx="3766434" cy="851816"/>
              </a:xfrm>
              <a:custGeom>
                <a:avLst/>
                <a:gdLst>
                  <a:gd name="csX0" fmla="*/ 0 w 3841707"/>
                  <a:gd name="csY0" fmla="*/ 140385 h 842291"/>
                  <a:gd name="csX1" fmla="*/ 140385 w 3841707"/>
                  <a:gd name="csY1" fmla="*/ 0 h 842291"/>
                  <a:gd name="csX2" fmla="*/ 3701322 w 3841707"/>
                  <a:gd name="csY2" fmla="*/ 0 h 842291"/>
                  <a:gd name="csX3" fmla="*/ 3841707 w 3841707"/>
                  <a:gd name="csY3" fmla="*/ 140385 h 842291"/>
                  <a:gd name="csX4" fmla="*/ 3841707 w 3841707"/>
                  <a:gd name="csY4" fmla="*/ 701906 h 842291"/>
                  <a:gd name="csX5" fmla="*/ 3701322 w 3841707"/>
                  <a:gd name="csY5" fmla="*/ 842291 h 842291"/>
                  <a:gd name="csX6" fmla="*/ 140385 w 3841707"/>
                  <a:gd name="csY6" fmla="*/ 842291 h 842291"/>
                  <a:gd name="csX7" fmla="*/ 0 w 3841707"/>
                  <a:gd name="csY7" fmla="*/ 701906 h 842291"/>
                  <a:gd name="csX8" fmla="*/ 0 w 3841707"/>
                  <a:gd name="csY8" fmla="*/ 140385 h 842291"/>
                  <a:gd name="csX0-1" fmla="*/ 0 w 3841707"/>
                  <a:gd name="csY0-2" fmla="*/ 140385 h 842291"/>
                  <a:gd name="csX1-3" fmla="*/ 140385 w 3841707"/>
                  <a:gd name="csY1-4" fmla="*/ 0 h 842291"/>
                  <a:gd name="csX2-5" fmla="*/ 3701322 w 3841707"/>
                  <a:gd name="csY2-6" fmla="*/ 0 h 842291"/>
                  <a:gd name="csX3-7" fmla="*/ 3778207 w 3841707"/>
                  <a:gd name="csY3-8" fmla="*/ 105460 h 842291"/>
                  <a:gd name="csX4-9" fmla="*/ 3841707 w 3841707"/>
                  <a:gd name="csY4-10" fmla="*/ 701906 h 842291"/>
                  <a:gd name="csX5-11" fmla="*/ 3701322 w 3841707"/>
                  <a:gd name="csY5-12" fmla="*/ 842291 h 842291"/>
                  <a:gd name="csX6-13" fmla="*/ 140385 w 3841707"/>
                  <a:gd name="csY6-14" fmla="*/ 842291 h 842291"/>
                  <a:gd name="csX7-15" fmla="*/ 0 w 3841707"/>
                  <a:gd name="csY7-16" fmla="*/ 701906 h 842291"/>
                  <a:gd name="csX8-17" fmla="*/ 0 w 3841707"/>
                  <a:gd name="csY8-18" fmla="*/ 140385 h 842291"/>
                  <a:gd name="csX0-19" fmla="*/ 0 w 3841707"/>
                  <a:gd name="csY0-20" fmla="*/ 140385 h 851816"/>
                  <a:gd name="csX1-21" fmla="*/ 140385 w 3841707"/>
                  <a:gd name="csY1-22" fmla="*/ 0 h 851816"/>
                  <a:gd name="csX2-23" fmla="*/ 3701322 w 3841707"/>
                  <a:gd name="csY2-24" fmla="*/ 0 h 851816"/>
                  <a:gd name="csX3-25" fmla="*/ 3778207 w 3841707"/>
                  <a:gd name="csY3-26" fmla="*/ 105460 h 851816"/>
                  <a:gd name="csX4-27" fmla="*/ 3841707 w 3841707"/>
                  <a:gd name="csY4-28" fmla="*/ 701906 h 851816"/>
                  <a:gd name="csX5-29" fmla="*/ 3353659 w 3841707"/>
                  <a:gd name="csY5-30" fmla="*/ 851816 h 851816"/>
                  <a:gd name="csX6-31" fmla="*/ 140385 w 3841707"/>
                  <a:gd name="csY6-32" fmla="*/ 842291 h 851816"/>
                  <a:gd name="csX7-33" fmla="*/ 0 w 3841707"/>
                  <a:gd name="csY7-34" fmla="*/ 701906 h 851816"/>
                  <a:gd name="csX8-35" fmla="*/ 0 w 3841707"/>
                  <a:gd name="csY8-36" fmla="*/ 140385 h 851816"/>
                  <a:gd name="csX0-37" fmla="*/ 0 w 3841707"/>
                  <a:gd name="csY0-38" fmla="*/ 140385 h 851912"/>
                  <a:gd name="csX1-39" fmla="*/ 140385 w 3841707"/>
                  <a:gd name="csY1-40" fmla="*/ 0 h 851912"/>
                  <a:gd name="csX2-41" fmla="*/ 3701322 w 3841707"/>
                  <a:gd name="csY2-42" fmla="*/ 0 h 851912"/>
                  <a:gd name="csX3-43" fmla="*/ 3778207 w 3841707"/>
                  <a:gd name="csY3-44" fmla="*/ 105460 h 851912"/>
                  <a:gd name="csX4-45" fmla="*/ 3841707 w 3841707"/>
                  <a:gd name="csY4-46" fmla="*/ 701906 h 851912"/>
                  <a:gd name="csX5-47" fmla="*/ 3353659 w 3841707"/>
                  <a:gd name="csY5-48" fmla="*/ 851816 h 851912"/>
                  <a:gd name="csX6-49" fmla="*/ 140385 w 3841707"/>
                  <a:gd name="csY6-50" fmla="*/ 842291 h 851912"/>
                  <a:gd name="csX7-51" fmla="*/ 0 w 3841707"/>
                  <a:gd name="csY7-52" fmla="*/ 701906 h 851912"/>
                  <a:gd name="csX8-53" fmla="*/ 0 w 3841707"/>
                  <a:gd name="csY8-54" fmla="*/ 140385 h 851912"/>
                  <a:gd name="csX0-55" fmla="*/ 0 w 3841707"/>
                  <a:gd name="csY0-56" fmla="*/ 140385 h 851912"/>
                  <a:gd name="csX1-57" fmla="*/ 140385 w 3841707"/>
                  <a:gd name="csY1-58" fmla="*/ 0 h 851912"/>
                  <a:gd name="csX2-59" fmla="*/ 3701322 w 3841707"/>
                  <a:gd name="csY2-60" fmla="*/ 0 h 851912"/>
                  <a:gd name="csX3-61" fmla="*/ 3732169 w 3841707"/>
                  <a:gd name="csY3-62" fmla="*/ 107048 h 851912"/>
                  <a:gd name="csX4-63" fmla="*/ 3841707 w 3841707"/>
                  <a:gd name="csY4-64" fmla="*/ 701906 h 851912"/>
                  <a:gd name="csX5-65" fmla="*/ 3353659 w 3841707"/>
                  <a:gd name="csY5-66" fmla="*/ 851816 h 851912"/>
                  <a:gd name="csX6-67" fmla="*/ 140385 w 3841707"/>
                  <a:gd name="csY6-68" fmla="*/ 842291 h 851912"/>
                  <a:gd name="csX7-69" fmla="*/ 0 w 3841707"/>
                  <a:gd name="csY7-70" fmla="*/ 701906 h 851912"/>
                  <a:gd name="csX8-71" fmla="*/ 0 w 3841707"/>
                  <a:gd name="csY8-72" fmla="*/ 140385 h 851912"/>
                  <a:gd name="csX0-73" fmla="*/ 0 w 3841707"/>
                  <a:gd name="csY0-74" fmla="*/ 140385 h 851912"/>
                  <a:gd name="csX1-75" fmla="*/ 140385 w 3841707"/>
                  <a:gd name="csY1-76" fmla="*/ 0 h 851912"/>
                  <a:gd name="csX2-77" fmla="*/ 3701322 w 3841707"/>
                  <a:gd name="csY2-78" fmla="*/ 0 h 851912"/>
                  <a:gd name="csX3-79" fmla="*/ 3732169 w 3841707"/>
                  <a:gd name="csY3-80" fmla="*/ 107048 h 851912"/>
                  <a:gd name="csX4-81" fmla="*/ 3841707 w 3841707"/>
                  <a:gd name="csY4-82" fmla="*/ 701906 h 851912"/>
                  <a:gd name="csX5-83" fmla="*/ 3353659 w 3841707"/>
                  <a:gd name="csY5-84" fmla="*/ 851816 h 851912"/>
                  <a:gd name="csX6-85" fmla="*/ 140385 w 3841707"/>
                  <a:gd name="csY6-86" fmla="*/ 842291 h 851912"/>
                  <a:gd name="csX7-87" fmla="*/ 0 w 3841707"/>
                  <a:gd name="csY7-88" fmla="*/ 701906 h 851912"/>
                  <a:gd name="csX8-89" fmla="*/ 0 w 3841707"/>
                  <a:gd name="csY8-90" fmla="*/ 140385 h 851912"/>
                  <a:gd name="csX0-91" fmla="*/ 0 w 3766434"/>
                  <a:gd name="csY0-92" fmla="*/ 140385 h 851853"/>
                  <a:gd name="csX1-93" fmla="*/ 140385 w 3766434"/>
                  <a:gd name="csY1-94" fmla="*/ 0 h 851853"/>
                  <a:gd name="csX2-95" fmla="*/ 3701322 w 3766434"/>
                  <a:gd name="csY2-96" fmla="*/ 0 h 851853"/>
                  <a:gd name="csX3-97" fmla="*/ 3732169 w 3766434"/>
                  <a:gd name="csY3-98" fmla="*/ 107048 h 851853"/>
                  <a:gd name="csX4-99" fmla="*/ 3509919 w 3766434"/>
                  <a:gd name="csY4-100" fmla="*/ 576493 h 851853"/>
                  <a:gd name="csX5-101" fmla="*/ 3353659 w 3766434"/>
                  <a:gd name="csY5-102" fmla="*/ 851816 h 851853"/>
                  <a:gd name="csX6-103" fmla="*/ 140385 w 3766434"/>
                  <a:gd name="csY6-104" fmla="*/ 842291 h 851853"/>
                  <a:gd name="csX7-105" fmla="*/ 0 w 3766434"/>
                  <a:gd name="csY7-106" fmla="*/ 701906 h 851853"/>
                  <a:gd name="csX8-107" fmla="*/ 0 w 3766434"/>
                  <a:gd name="csY8-108" fmla="*/ 140385 h 851853"/>
                  <a:gd name="csX0-109" fmla="*/ 0 w 3766434"/>
                  <a:gd name="csY0-110" fmla="*/ 140385 h 851853"/>
                  <a:gd name="csX1-111" fmla="*/ 140385 w 3766434"/>
                  <a:gd name="csY1-112" fmla="*/ 0 h 851853"/>
                  <a:gd name="csX2-113" fmla="*/ 3701322 w 3766434"/>
                  <a:gd name="csY2-114" fmla="*/ 0 h 851853"/>
                  <a:gd name="csX3-115" fmla="*/ 3732169 w 3766434"/>
                  <a:gd name="csY3-116" fmla="*/ 107048 h 851853"/>
                  <a:gd name="csX4-117" fmla="*/ 3509919 w 3766434"/>
                  <a:gd name="csY4-118" fmla="*/ 576493 h 851853"/>
                  <a:gd name="csX5-119" fmla="*/ 3353659 w 3766434"/>
                  <a:gd name="csY5-120" fmla="*/ 851816 h 851853"/>
                  <a:gd name="csX6-121" fmla="*/ 140385 w 3766434"/>
                  <a:gd name="csY6-122" fmla="*/ 842291 h 851853"/>
                  <a:gd name="csX7-123" fmla="*/ 0 w 3766434"/>
                  <a:gd name="csY7-124" fmla="*/ 701906 h 851853"/>
                  <a:gd name="csX8-125" fmla="*/ 0 w 3766434"/>
                  <a:gd name="csY8-126" fmla="*/ 140385 h 851853"/>
                  <a:gd name="csX0-127" fmla="*/ 0 w 3766434"/>
                  <a:gd name="csY0-128" fmla="*/ 140385 h 851853"/>
                  <a:gd name="csX1-129" fmla="*/ 140385 w 3766434"/>
                  <a:gd name="csY1-130" fmla="*/ 0 h 851853"/>
                  <a:gd name="csX2-131" fmla="*/ 3701322 w 3766434"/>
                  <a:gd name="csY2-132" fmla="*/ 0 h 851853"/>
                  <a:gd name="csX3-133" fmla="*/ 3732169 w 3766434"/>
                  <a:gd name="csY3-134" fmla="*/ 107048 h 851853"/>
                  <a:gd name="csX4-135" fmla="*/ 3509919 w 3766434"/>
                  <a:gd name="csY4-136" fmla="*/ 576493 h 851853"/>
                  <a:gd name="csX5-137" fmla="*/ 3353659 w 3766434"/>
                  <a:gd name="csY5-138" fmla="*/ 851816 h 851853"/>
                  <a:gd name="csX6-139" fmla="*/ 140385 w 3766434"/>
                  <a:gd name="csY6-140" fmla="*/ 842291 h 851853"/>
                  <a:gd name="csX7-141" fmla="*/ 0 w 3766434"/>
                  <a:gd name="csY7-142" fmla="*/ 701906 h 851853"/>
                  <a:gd name="csX8-143" fmla="*/ 0 w 3766434"/>
                  <a:gd name="csY8-144" fmla="*/ 140385 h 851853"/>
                  <a:gd name="csX0-145" fmla="*/ 0 w 3766434"/>
                  <a:gd name="csY0-146" fmla="*/ 140385 h 851853"/>
                  <a:gd name="csX1-147" fmla="*/ 140385 w 3766434"/>
                  <a:gd name="csY1-148" fmla="*/ 0 h 851853"/>
                  <a:gd name="csX2-149" fmla="*/ 3701322 w 3766434"/>
                  <a:gd name="csY2-150" fmla="*/ 0 h 851853"/>
                  <a:gd name="csX3-151" fmla="*/ 3732169 w 3766434"/>
                  <a:gd name="csY3-152" fmla="*/ 107048 h 851853"/>
                  <a:gd name="csX4-153" fmla="*/ 3509919 w 3766434"/>
                  <a:gd name="csY4-154" fmla="*/ 576493 h 851853"/>
                  <a:gd name="csX5-155" fmla="*/ 3353659 w 3766434"/>
                  <a:gd name="csY5-156" fmla="*/ 851816 h 851853"/>
                  <a:gd name="csX6-157" fmla="*/ 140385 w 3766434"/>
                  <a:gd name="csY6-158" fmla="*/ 842291 h 851853"/>
                  <a:gd name="csX7-159" fmla="*/ 0 w 3766434"/>
                  <a:gd name="csY7-160" fmla="*/ 701906 h 851853"/>
                  <a:gd name="csX8-161" fmla="*/ 0 w 3766434"/>
                  <a:gd name="csY8-162" fmla="*/ 140385 h 851853"/>
                  <a:gd name="csX0-163" fmla="*/ 0 w 3766434"/>
                  <a:gd name="csY0-164" fmla="*/ 140385 h 851853"/>
                  <a:gd name="csX1-165" fmla="*/ 140385 w 3766434"/>
                  <a:gd name="csY1-166" fmla="*/ 0 h 851853"/>
                  <a:gd name="csX2-167" fmla="*/ 3701322 w 3766434"/>
                  <a:gd name="csY2-168" fmla="*/ 0 h 851853"/>
                  <a:gd name="csX3-169" fmla="*/ 3732169 w 3766434"/>
                  <a:gd name="csY3-170" fmla="*/ 107048 h 851853"/>
                  <a:gd name="csX4-171" fmla="*/ 3509919 w 3766434"/>
                  <a:gd name="csY4-172" fmla="*/ 576493 h 851853"/>
                  <a:gd name="csX5-173" fmla="*/ 3353659 w 3766434"/>
                  <a:gd name="csY5-174" fmla="*/ 851816 h 851853"/>
                  <a:gd name="csX6-175" fmla="*/ 140385 w 3766434"/>
                  <a:gd name="csY6-176" fmla="*/ 842291 h 851853"/>
                  <a:gd name="csX7-177" fmla="*/ 0 w 3766434"/>
                  <a:gd name="csY7-178" fmla="*/ 701906 h 851853"/>
                  <a:gd name="csX8-179" fmla="*/ 0 w 3766434"/>
                  <a:gd name="csY8-180" fmla="*/ 140385 h 851853"/>
                  <a:gd name="csX0-181" fmla="*/ 0 w 3766434"/>
                  <a:gd name="csY0-182" fmla="*/ 140385 h 851852"/>
                  <a:gd name="csX1-183" fmla="*/ 140385 w 3766434"/>
                  <a:gd name="csY1-184" fmla="*/ 0 h 851852"/>
                  <a:gd name="csX2-185" fmla="*/ 3701322 w 3766434"/>
                  <a:gd name="csY2-186" fmla="*/ 0 h 851852"/>
                  <a:gd name="csX3-187" fmla="*/ 3732169 w 3766434"/>
                  <a:gd name="csY3-188" fmla="*/ 107048 h 851852"/>
                  <a:gd name="csX4-189" fmla="*/ 3509919 w 3766434"/>
                  <a:gd name="csY4-190" fmla="*/ 576493 h 851852"/>
                  <a:gd name="csX5-191" fmla="*/ 3353659 w 3766434"/>
                  <a:gd name="csY5-192" fmla="*/ 851816 h 851852"/>
                  <a:gd name="csX6-193" fmla="*/ 140385 w 3766434"/>
                  <a:gd name="csY6-194" fmla="*/ 842291 h 851852"/>
                  <a:gd name="csX7-195" fmla="*/ 0 w 3766434"/>
                  <a:gd name="csY7-196" fmla="*/ 701906 h 851852"/>
                  <a:gd name="csX8-197" fmla="*/ 0 w 3766434"/>
                  <a:gd name="csY8-198" fmla="*/ 140385 h 851852"/>
                  <a:gd name="csX0-199" fmla="*/ 0 w 3766434"/>
                  <a:gd name="csY0-200" fmla="*/ 140385 h 851816"/>
                  <a:gd name="csX1-201" fmla="*/ 140385 w 3766434"/>
                  <a:gd name="csY1-202" fmla="*/ 0 h 851816"/>
                  <a:gd name="csX2-203" fmla="*/ 3701322 w 3766434"/>
                  <a:gd name="csY2-204" fmla="*/ 0 h 851816"/>
                  <a:gd name="csX3-205" fmla="*/ 3732169 w 3766434"/>
                  <a:gd name="csY3-206" fmla="*/ 107048 h 851816"/>
                  <a:gd name="csX4-207" fmla="*/ 3509919 w 3766434"/>
                  <a:gd name="csY4-208" fmla="*/ 576493 h 851816"/>
                  <a:gd name="csX5-209" fmla="*/ 3353659 w 3766434"/>
                  <a:gd name="csY5-210" fmla="*/ 851816 h 851816"/>
                  <a:gd name="csX6-211" fmla="*/ 140385 w 3766434"/>
                  <a:gd name="csY6-212" fmla="*/ 842291 h 851816"/>
                  <a:gd name="csX7-213" fmla="*/ 0 w 3766434"/>
                  <a:gd name="csY7-214" fmla="*/ 701906 h 851816"/>
                  <a:gd name="csX8-215" fmla="*/ 0 w 3766434"/>
                  <a:gd name="csY8-216" fmla="*/ 140385 h 851816"/>
                </a:gdLst>
                <a:ahLst/>
                <a:cxnLst>
                  <a:cxn ang="0">
                    <a:pos x="csX0-1" y="csY0-2"/>
                  </a:cxn>
                  <a:cxn ang="0">
                    <a:pos x="csX1-3" y="csY1-4"/>
                  </a:cxn>
                  <a:cxn ang="0">
                    <a:pos x="csX2-5" y="csY2-6"/>
                  </a:cxn>
                  <a:cxn ang="0">
                    <a:pos x="csX3-7" y="csY3-8"/>
                  </a:cxn>
                  <a:cxn ang="0">
                    <a:pos x="csX4-9" y="csY4-10"/>
                  </a:cxn>
                  <a:cxn ang="0">
                    <a:pos x="csX5-11" y="csY5-12"/>
                  </a:cxn>
                  <a:cxn ang="0">
                    <a:pos x="csX6-13" y="csY6-14"/>
                  </a:cxn>
                  <a:cxn ang="0">
                    <a:pos x="csX7-15" y="csY7-16"/>
                  </a:cxn>
                  <a:cxn ang="0">
                    <a:pos x="csX8-17" y="csY8-18"/>
                  </a:cxn>
                </a:cxnLst>
                <a:rect l="l" t="t" r="r" b="b"/>
                <a:pathLst>
                  <a:path w="3766434" h="851816">
                    <a:moveTo>
                      <a:pt x="0" y="140385"/>
                    </a:moveTo>
                    <a:cubicBezTo>
                      <a:pt x="0" y="62853"/>
                      <a:pt x="62853" y="0"/>
                      <a:pt x="140385" y="0"/>
                    </a:cubicBezTo>
                    <a:lnTo>
                      <a:pt x="3701322" y="0"/>
                    </a:lnTo>
                    <a:cubicBezTo>
                      <a:pt x="3778854" y="0"/>
                      <a:pt x="3784557" y="12053"/>
                      <a:pt x="3732169" y="107048"/>
                    </a:cubicBezTo>
                    <a:cubicBezTo>
                      <a:pt x="3609932" y="351371"/>
                      <a:pt x="3605169" y="382969"/>
                      <a:pt x="3509919" y="576493"/>
                    </a:cubicBezTo>
                    <a:cubicBezTo>
                      <a:pt x="3476582" y="649263"/>
                      <a:pt x="3413729" y="840704"/>
                      <a:pt x="3353659" y="851816"/>
                    </a:cubicBezTo>
                    <a:lnTo>
                      <a:pt x="140385" y="842291"/>
                    </a:lnTo>
                    <a:cubicBezTo>
                      <a:pt x="62853" y="842291"/>
                      <a:pt x="0" y="779438"/>
                      <a:pt x="0" y="701906"/>
                    </a:cubicBezTo>
                    <a:lnTo>
                      <a:pt x="0" y="140385"/>
                    </a:lnTo>
                    <a:close/>
                  </a:path>
                </a:pathLst>
              </a:custGeom>
              <a:solidFill>
                <a:srgbClr val="EE822F">
                  <a:lumMod val="40000"/>
                  <a:lumOff val="60000"/>
                </a:srgbClr>
              </a:solidFill>
              <a:ln w="12700" cap="flat" cmpd="sng" algn="ctr">
                <a:solidFill>
                  <a:srgbClr val="4874CB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6" name="文本框 405">
                    <a:extLst>
                      <a:ext uri="{FF2B5EF4-FFF2-40B4-BE49-F238E27FC236}">
                        <a16:creationId xmlns:a16="http://schemas.microsoft.com/office/drawing/2014/main" id="{7FD7C664-BFB0-CA91-A956-3E322919D559}"/>
                      </a:ext>
                    </a:extLst>
                  </p:cNvPr>
                  <p:cNvSpPr txBox="1"/>
                  <p:nvPr/>
                </p:nvSpPr>
                <p:spPr>
                  <a:xfrm>
                    <a:off x="564925" y="4899539"/>
                    <a:ext cx="650616" cy="64366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US" altLang="zh-CN" sz="1600" b="0" i="1" u="none" strike="noStrike" kern="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Times New Roman" panose="020208030705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1600" b="0" i="1" u="none" strike="noStrike" kern="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Times New Roman" panose="020208030705050203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kumimoji="0" lang="en-US" altLang="zh-CN" sz="1600" b="0" i="1" u="none" strike="noStrike" kern="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Times New Roman" panose="020208030705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kumimoji="0" lang="en-US" altLang="zh-CN" sz="1600" b="0" i="1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Times New Roman" panose="02020803070505020304" pitchFamily="18" charset="0"/>
                            </a:rPr>
                            <m:t>=3</m:t>
                          </m:r>
                        </m:oMath>
                      </m:oMathPara>
                    </a14:m>
                    <a:endParaRPr kumimoji="0" lang="en-US" altLang="zh-CN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mbria" panose="02040503050406030204" pitchFamily="18" charset="0"/>
                      <a:ea typeface="微软雅黑" panose="020B0503020204020204" pitchFamily="34" charset="-122"/>
                      <a:cs typeface="Times New Roman" panose="02020803070505020304" pitchFamily="18" charset="0"/>
                    </a:endParaRPr>
                  </a:p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altLang="zh-CN" sz="1400" b="0" i="1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Times New Roman" panose="02020803070505020304" pitchFamily="18" charset="0"/>
                            </a:rPr>
                            <m:t>𝑔</m:t>
                          </m:r>
                          <m:r>
                            <a:rPr kumimoji="0" lang="en-US" altLang="zh-CN" sz="1400" b="0" i="1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Times New Roman" panose="02020803070505020304" pitchFamily="18" charset="0"/>
                            </a:rPr>
                            <m:t>=2</m:t>
                          </m:r>
                        </m:oMath>
                      </m:oMathPara>
                    </a14:m>
                    <a:endParaRPr kumimoji="0" lang="en-US" altLang="zh-CN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mbria" panose="02040503050406030204" pitchFamily="18" charset="0"/>
                      <a:ea typeface="微软雅黑" panose="020B0503020204020204" pitchFamily="34" charset="-122"/>
                      <a:cs typeface="Times New Roman" panose="02020803070505020304" pitchFamily="18" charset="0"/>
                    </a:endParaRPr>
                  </a:p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微软雅黑" panose="020B0503020204020204" pitchFamily="34" charset="-122"/>
                        <a:cs typeface="Times New Roman" panose="02020803070505020304" pitchFamily="18" charset="0"/>
                      </a:rPr>
                      <a:t>Coarse</a:t>
                    </a:r>
                    <a:endParaRPr kumimoji="0" lang="zh-CN" alt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mbria" panose="02040503050406030204" pitchFamily="18" charset="0"/>
                      <a:ea typeface="微软雅黑" panose="020B0503020204020204" pitchFamily="34" charset="-122"/>
                      <a:cs typeface="Times New Roman" panose="020208030705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406" name="文本框 405">
                    <a:extLst>
                      <a:ext uri="{FF2B5EF4-FFF2-40B4-BE49-F238E27FC236}">
                        <a16:creationId xmlns:a16="http://schemas.microsoft.com/office/drawing/2014/main" id="{7FD7C664-BFB0-CA91-A956-3E322919D55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4925" y="4899539"/>
                    <a:ext cx="650616" cy="643667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l="-7273" r="-7273" b="-16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7" name="矩形: 圆角 152">
                    <a:extLst>
                      <a:ext uri="{FF2B5EF4-FFF2-40B4-BE49-F238E27FC236}">
                        <a16:creationId xmlns:a16="http://schemas.microsoft.com/office/drawing/2014/main" id="{88957CE5-A74A-CC37-94B2-702883799054}"/>
                      </a:ext>
                    </a:extLst>
                  </p:cNvPr>
                  <p:cNvSpPr/>
                  <p:nvPr/>
                </p:nvSpPr>
                <p:spPr>
                  <a:xfrm>
                    <a:off x="5238960" y="5103972"/>
                    <a:ext cx="422910" cy="295910"/>
                  </a:xfrm>
                  <a:prstGeom prst="roundRect">
                    <a:avLst/>
                  </a:prstGeom>
                  <a:solidFill>
                    <a:sysClr val="window" lastClr="FFFFFF"/>
                  </a:solidFill>
                  <a:ln w="12700" cap="flat" cmpd="sng" algn="ctr">
                    <a:solidFill>
                      <a:srgbClr val="4874CB">
                        <a:shade val="15000"/>
                      </a:srgbClr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US" altLang="zh-CN" sz="1800" b="0" i="1" u="none" strike="noStrike" kern="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kumimoji="0" lang="en-US" altLang="zh-CN" sz="1800" b="0" i="0" u="none" strike="noStrike" kern="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Φ</m:t>
                              </m:r>
                            </m:e>
                            <m:sub>
                              <m:r>
                                <a:rPr kumimoji="0" lang="en-US" altLang="zh-CN" sz="1800" b="0" i="1" u="none" strike="noStrike" kern="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kumimoji="0" lang="zh-CN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407" name="矩形: 圆角 152">
                    <a:extLst>
                      <a:ext uri="{FF2B5EF4-FFF2-40B4-BE49-F238E27FC236}">
                        <a16:creationId xmlns:a16="http://schemas.microsoft.com/office/drawing/2014/main" id="{88957CE5-A74A-CC37-94B2-70288379905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38960" y="5103972"/>
                    <a:ext cx="422910" cy="295910"/>
                  </a:xfrm>
                  <a:prstGeom prst="roundRect">
                    <a:avLst/>
                  </a:prstGeom>
                  <a:blipFill>
                    <a:blip r:embed="rId21"/>
                    <a:stretch>
                      <a:fillRect l="-5405" b="-3704"/>
                    </a:stretch>
                  </a:blipFill>
                  <a:ln w="12700" cap="flat" cmpd="sng" algn="ctr">
                    <a:solidFill>
                      <a:srgbClr val="4874CB">
                        <a:shade val="15000"/>
                      </a:srgbClr>
                    </a:solidFill>
                    <a:prstDash val="solid"/>
                    <a:miter lim="800000"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08" name="直接箭头连接符 159">
                <a:extLst>
                  <a:ext uri="{FF2B5EF4-FFF2-40B4-BE49-F238E27FC236}">
                    <a16:creationId xmlns:a16="http://schemas.microsoft.com/office/drawing/2014/main" id="{54C8CFE7-9BCF-D9E3-BDFE-4A39233F2439}"/>
                  </a:ext>
                </a:extLst>
              </p:cNvPr>
              <p:cNvCxnSpPr>
                <a:cxnSpLocks/>
                <a:stCxn id="407" idx="3"/>
              </p:cNvCxnSpPr>
              <p:nvPr/>
            </p:nvCxnSpPr>
            <p:spPr>
              <a:xfrm>
                <a:off x="5661870" y="5251927"/>
                <a:ext cx="552031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409" name="直接连接符 169">
                <a:extLst>
                  <a:ext uri="{FF2B5EF4-FFF2-40B4-BE49-F238E27FC236}">
                    <a16:creationId xmlns:a16="http://schemas.microsoft.com/office/drawing/2014/main" id="{17639020-7D57-256A-A0C0-16355933C6B0}"/>
                  </a:ext>
                </a:extLst>
              </p:cNvPr>
              <p:cNvCxnSpPr>
                <a:cxnSpLocks/>
                <a:endCxn id="407" idx="1"/>
              </p:cNvCxnSpPr>
              <p:nvPr/>
            </p:nvCxnSpPr>
            <p:spPr>
              <a:xfrm flipV="1">
                <a:off x="4114691" y="5251927"/>
                <a:ext cx="1124269" cy="198"/>
              </a:xfrm>
              <a:prstGeom prst="line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grpSp>
            <p:nvGrpSpPr>
              <p:cNvPr id="410" name="组合 409">
                <a:extLst>
                  <a:ext uri="{FF2B5EF4-FFF2-40B4-BE49-F238E27FC236}">
                    <a16:creationId xmlns:a16="http://schemas.microsoft.com/office/drawing/2014/main" id="{9C68E56C-7C2C-C4D2-5504-6FF6A73854B0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467834" y="5004758"/>
                <a:ext cx="2530877" cy="567291"/>
                <a:chOff x="2687457" y="5625861"/>
                <a:chExt cx="2984737" cy="669023"/>
              </a:xfrm>
            </p:grpSpPr>
            <p:grpSp>
              <p:nvGrpSpPr>
                <p:cNvPr id="411" name="组合 410">
                  <a:extLst>
                    <a:ext uri="{FF2B5EF4-FFF2-40B4-BE49-F238E27FC236}">
                      <a16:creationId xmlns:a16="http://schemas.microsoft.com/office/drawing/2014/main" id="{C93FB515-DFCE-1EA1-480B-9626529829F2}"/>
                    </a:ext>
                  </a:extLst>
                </p:cNvPr>
                <p:cNvGrpSpPr/>
                <p:nvPr/>
              </p:nvGrpSpPr>
              <p:grpSpPr>
                <a:xfrm>
                  <a:off x="3708193" y="5625861"/>
                  <a:ext cx="943266" cy="669023"/>
                  <a:chOff x="2731531" y="5363181"/>
                  <a:chExt cx="787754" cy="558724"/>
                </a:xfrm>
              </p:grpSpPr>
              <p:sp>
                <p:nvSpPr>
                  <p:cNvPr id="428" name="椭圆 427">
                    <a:extLst>
                      <a:ext uri="{FF2B5EF4-FFF2-40B4-BE49-F238E27FC236}">
                        <a16:creationId xmlns:a16="http://schemas.microsoft.com/office/drawing/2014/main" id="{34C4DBF7-695E-73F9-9FD7-07DB659F2AB2}"/>
                      </a:ext>
                    </a:extLst>
                  </p:cNvPr>
                  <p:cNvSpPr/>
                  <p:nvPr/>
                </p:nvSpPr>
                <p:spPr>
                  <a:xfrm>
                    <a:off x="2731531" y="5363181"/>
                    <a:ext cx="121774" cy="120448"/>
                  </a:xfrm>
                  <a:prstGeom prst="ellipse">
                    <a:avLst/>
                  </a:prstGeom>
                  <a:solidFill>
                    <a:srgbClr val="F7AC46"/>
                  </a:solidFill>
                  <a:ln w="12700" cap="flat" cmpd="sng" algn="ctr">
                    <a:solidFill>
                      <a:srgbClr val="4874CB">
                        <a:shade val="15000"/>
                      </a:srgbClr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  <p:sp>
                <p:nvSpPr>
                  <p:cNvPr id="429" name="椭圆 428">
                    <a:extLst>
                      <a:ext uri="{FF2B5EF4-FFF2-40B4-BE49-F238E27FC236}">
                        <a16:creationId xmlns:a16="http://schemas.microsoft.com/office/drawing/2014/main" id="{CFEC165A-696F-42B3-0EC4-09AE856CFE55}"/>
                      </a:ext>
                    </a:extLst>
                  </p:cNvPr>
                  <p:cNvSpPr/>
                  <p:nvPr/>
                </p:nvSpPr>
                <p:spPr>
                  <a:xfrm>
                    <a:off x="2953524" y="5363181"/>
                    <a:ext cx="121774" cy="120448"/>
                  </a:xfrm>
                  <a:prstGeom prst="ellipse">
                    <a:avLst/>
                  </a:prstGeom>
                  <a:solidFill>
                    <a:srgbClr val="F7AC46"/>
                  </a:solidFill>
                  <a:ln w="12700" cap="flat" cmpd="sng" algn="ctr">
                    <a:solidFill>
                      <a:srgbClr val="4874CB">
                        <a:shade val="15000"/>
                      </a:srgbClr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  <p:sp>
                <p:nvSpPr>
                  <p:cNvPr id="430" name="椭圆 429">
                    <a:extLst>
                      <a:ext uri="{FF2B5EF4-FFF2-40B4-BE49-F238E27FC236}">
                        <a16:creationId xmlns:a16="http://schemas.microsoft.com/office/drawing/2014/main" id="{1729B99C-A705-4FB7-A1D2-3AFA379DA683}"/>
                      </a:ext>
                    </a:extLst>
                  </p:cNvPr>
                  <p:cNvSpPr/>
                  <p:nvPr/>
                </p:nvSpPr>
                <p:spPr>
                  <a:xfrm>
                    <a:off x="3175517" y="5363181"/>
                    <a:ext cx="121774" cy="120448"/>
                  </a:xfrm>
                  <a:prstGeom prst="ellipse">
                    <a:avLst/>
                  </a:prstGeom>
                  <a:solidFill>
                    <a:srgbClr val="F7AC46"/>
                  </a:solidFill>
                  <a:ln w="12700" cap="flat" cmpd="sng" algn="ctr">
                    <a:solidFill>
                      <a:srgbClr val="4874CB">
                        <a:shade val="15000"/>
                      </a:srgbClr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  <p:sp>
                <p:nvSpPr>
                  <p:cNvPr id="431" name="椭圆 430">
                    <a:extLst>
                      <a:ext uri="{FF2B5EF4-FFF2-40B4-BE49-F238E27FC236}">
                        <a16:creationId xmlns:a16="http://schemas.microsoft.com/office/drawing/2014/main" id="{AAF9EACA-B4A0-D9B5-3EB4-DAA8353F52E5}"/>
                      </a:ext>
                    </a:extLst>
                  </p:cNvPr>
                  <p:cNvSpPr/>
                  <p:nvPr/>
                </p:nvSpPr>
                <p:spPr>
                  <a:xfrm>
                    <a:off x="3397511" y="5363181"/>
                    <a:ext cx="121774" cy="120448"/>
                  </a:xfrm>
                  <a:prstGeom prst="ellipse">
                    <a:avLst/>
                  </a:prstGeom>
                  <a:solidFill>
                    <a:srgbClr val="F7AC46"/>
                  </a:solidFill>
                  <a:ln w="12700" cap="flat" cmpd="sng" algn="ctr">
                    <a:solidFill>
                      <a:srgbClr val="4874CB">
                        <a:shade val="15000"/>
                      </a:srgbClr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  <p:sp>
                <p:nvSpPr>
                  <p:cNvPr id="432" name="椭圆 431">
                    <a:extLst>
                      <a:ext uri="{FF2B5EF4-FFF2-40B4-BE49-F238E27FC236}">
                        <a16:creationId xmlns:a16="http://schemas.microsoft.com/office/drawing/2014/main" id="{36269B58-549B-5E4D-22F7-69A305F83259}"/>
                      </a:ext>
                    </a:extLst>
                  </p:cNvPr>
                  <p:cNvSpPr/>
                  <p:nvPr/>
                </p:nvSpPr>
                <p:spPr>
                  <a:xfrm>
                    <a:off x="3067305" y="5788577"/>
                    <a:ext cx="134796" cy="133328"/>
                  </a:xfrm>
                  <a:prstGeom prst="ellipse">
                    <a:avLst/>
                  </a:prstGeom>
                  <a:solidFill>
                    <a:srgbClr val="F7AC46"/>
                  </a:solidFill>
                  <a:ln w="12700" cap="flat" cmpd="sng" algn="ctr">
                    <a:solidFill>
                      <a:srgbClr val="4874CB">
                        <a:shade val="15000"/>
                      </a:srgbClr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  <p:sp>
                <p:nvSpPr>
                  <p:cNvPr id="433" name="左中括号 432">
                    <a:extLst>
                      <a:ext uri="{FF2B5EF4-FFF2-40B4-BE49-F238E27FC236}">
                        <a16:creationId xmlns:a16="http://schemas.microsoft.com/office/drawing/2014/main" id="{49A612CC-4D28-35AB-C68E-D3C7C8BA47DB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3107917" y="5208289"/>
                    <a:ext cx="45719" cy="676719"/>
                  </a:xfrm>
                  <a:prstGeom prst="leftBracket">
                    <a:avLst/>
                  </a:prstGeom>
                  <a:noFill/>
                  <a:ln w="127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  <p:cxnSp>
                <p:nvCxnSpPr>
                  <p:cNvPr id="434" name="直接箭头连接符 99">
                    <a:extLst>
                      <a:ext uri="{FF2B5EF4-FFF2-40B4-BE49-F238E27FC236}">
                        <a16:creationId xmlns:a16="http://schemas.microsoft.com/office/drawing/2014/main" id="{A8F3A2CB-125C-3399-3EBB-35684FDBF3A7}"/>
                      </a:ext>
                    </a:extLst>
                  </p:cNvPr>
                  <p:cNvCxnSpPr>
                    <a:cxnSpLocks/>
                    <a:stCxn id="433" idx="1"/>
                  </p:cNvCxnSpPr>
                  <p:nvPr/>
                </p:nvCxnSpPr>
                <p:spPr>
                  <a:xfrm>
                    <a:off x="3130777" y="5569508"/>
                    <a:ext cx="0" cy="182138"/>
                  </a:xfrm>
                  <a:prstGeom prst="straightConnector1">
                    <a:avLst/>
                  </a:prstGeom>
                  <a:noFill/>
                  <a:ln w="127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  <a:tailEnd type="triangle"/>
                  </a:ln>
                  <a:effectLst/>
                </p:spPr>
              </p:cxnSp>
            </p:grpSp>
            <p:grpSp>
              <p:nvGrpSpPr>
                <p:cNvPr id="412" name="组合 411">
                  <a:extLst>
                    <a:ext uri="{FF2B5EF4-FFF2-40B4-BE49-F238E27FC236}">
                      <a16:creationId xmlns:a16="http://schemas.microsoft.com/office/drawing/2014/main" id="{2AA4178D-0E4B-7EA6-6977-57C069FB9640}"/>
                    </a:ext>
                  </a:extLst>
                </p:cNvPr>
                <p:cNvGrpSpPr/>
                <p:nvPr/>
              </p:nvGrpSpPr>
              <p:grpSpPr>
                <a:xfrm>
                  <a:off x="2687457" y="5625861"/>
                  <a:ext cx="943266" cy="669023"/>
                  <a:chOff x="2731531" y="5363181"/>
                  <a:chExt cx="787754" cy="558724"/>
                </a:xfrm>
              </p:grpSpPr>
              <p:sp>
                <p:nvSpPr>
                  <p:cNvPr id="421" name="椭圆 420">
                    <a:extLst>
                      <a:ext uri="{FF2B5EF4-FFF2-40B4-BE49-F238E27FC236}">
                        <a16:creationId xmlns:a16="http://schemas.microsoft.com/office/drawing/2014/main" id="{91F19F5E-722B-DB05-A199-8A40356E372B}"/>
                      </a:ext>
                    </a:extLst>
                  </p:cNvPr>
                  <p:cNvSpPr/>
                  <p:nvPr/>
                </p:nvSpPr>
                <p:spPr>
                  <a:xfrm>
                    <a:off x="2731531" y="5363181"/>
                    <a:ext cx="121774" cy="120448"/>
                  </a:xfrm>
                  <a:prstGeom prst="ellipse">
                    <a:avLst/>
                  </a:prstGeom>
                  <a:solidFill>
                    <a:srgbClr val="F7AC46"/>
                  </a:solidFill>
                  <a:ln w="12700" cap="flat" cmpd="sng" algn="ctr">
                    <a:solidFill>
                      <a:srgbClr val="4874CB">
                        <a:shade val="15000"/>
                      </a:srgbClr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  <p:sp>
                <p:nvSpPr>
                  <p:cNvPr id="422" name="椭圆 421">
                    <a:extLst>
                      <a:ext uri="{FF2B5EF4-FFF2-40B4-BE49-F238E27FC236}">
                        <a16:creationId xmlns:a16="http://schemas.microsoft.com/office/drawing/2014/main" id="{0EA922B5-88D4-64B0-B28D-C2DBD6EA4675}"/>
                      </a:ext>
                    </a:extLst>
                  </p:cNvPr>
                  <p:cNvSpPr/>
                  <p:nvPr/>
                </p:nvSpPr>
                <p:spPr>
                  <a:xfrm>
                    <a:off x="2953524" y="5363181"/>
                    <a:ext cx="121774" cy="120448"/>
                  </a:xfrm>
                  <a:prstGeom prst="ellipse">
                    <a:avLst/>
                  </a:prstGeom>
                  <a:solidFill>
                    <a:srgbClr val="F7AC46"/>
                  </a:solidFill>
                  <a:ln w="12700" cap="flat" cmpd="sng" algn="ctr">
                    <a:solidFill>
                      <a:srgbClr val="4874CB">
                        <a:shade val="15000"/>
                      </a:srgbClr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  <p:sp>
                <p:nvSpPr>
                  <p:cNvPr id="423" name="椭圆 422">
                    <a:extLst>
                      <a:ext uri="{FF2B5EF4-FFF2-40B4-BE49-F238E27FC236}">
                        <a16:creationId xmlns:a16="http://schemas.microsoft.com/office/drawing/2014/main" id="{889A0F6C-C88F-A092-C73F-FA084ABF45CD}"/>
                      </a:ext>
                    </a:extLst>
                  </p:cNvPr>
                  <p:cNvSpPr/>
                  <p:nvPr/>
                </p:nvSpPr>
                <p:spPr>
                  <a:xfrm>
                    <a:off x="3175517" y="5363181"/>
                    <a:ext cx="121774" cy="120448"/>
                  </a:xfrm>
                  <a:prstGeom prst="ellipse">
                    <a:avLst/>
                  </a:prstGeom>
                  <a:solidFill>
                    <a:srgbClr val="F7AC46"/>
                  </a:solidFill>
                  <a:ln w="12700" cap="flat" cmpd="sng" algn="ctr">
                    <a:solidFill>
                      <a:srgbClr val="4874CB">
                        <a:shade val="15000"/>
                      </a:srgbClr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  <p:sp>
                <p:nvSpPr>
                  <p:cNvPr id="424" name="椭圆 423">
                    <a:extLst>
                      <a:ext uri="{FF2B5EF4-FFF2-40B4-BE49-F238E27FC236}">
                        <a16:creationId xmlns:a16="http://schemas.microsoft.com/office/drawing/2014/main" id="{B5F7EFB0-7EC3-D2BE-80DA-066721565921}"/>
                      </a:ext>
                    </a:extLst>
                  </p:cNvPr>
                  <p:cNvSpPr/>
                  <p:nvPr/>
                </p:nvSpPr>
                <p:spPr>
                  <a:xfrm>
                    <a:off x="3397511" y="5363181"/>
                    <a:ext cx="121774" cy="120448"/>
                  </a:xfrm>
                  <a:prstGeom prst="ellipse">
                    <a:avLst/>
                  </a:prstGeom>
                  <a:solidFill>
                    <a:srgbClr val="F7AC46"/>
                  </a:solidFill>
                  <a:ln w="12700" cap="flat" cmpd="sng" algn="ctr">
                    <a:solidFill>
                      <a:srgbClr val="4874CB">
                        <a:shade val="15000"/>
                      </a:srgbClr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  <p:sp>
                <p:nvSpPr>
                  <p:cNvPr id="425" name="椭圆 424">
                    <a:extLst>
                      <a:ext uri="{FF2B5EF4-FFF2-40B4-BE49-F238E27FC236}">
                        <a16:creationId xmlns:a16="http://schemas.microsoft.com/office/drawing/2014/main" id="{DA431167-1057-98D2-3AD0-3875B9949B58}"/>
                      </a:ext>
                    </a:extLst>
                  </p:cNvPr>
                  <p:cNvSpPr/>
                  <p:nvPr/>
                </p:nvSpPr>
                <p:spPr>
                  <a:xfrm>
                    <a:off x="3067305" y="5788577"/>
                    <a:ext cx="134796" cy="133328"/>
                  </a:xfrm>
                  <a:prstGeom prst="ellipse">
                    <a:avLst/>
                  </a:prstGeom>
                  <a:solidFill>
                    <a:srgbClr val="F7AC46"/>
                  </a:solidFill>
                  <a:ln w="12700" cap="flat" cmpd="sng" algn="ctr">
                    <a:solidFill>
                      <a:srgbClr val="4874CB">
                        <a:shade val="15000"/>
                      </a:srgbClr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  <p:sp>
                <p:nvSpPr>
                  <p:cNvPr id="426" name="左中括号 425">
                    <a:extLst>
                      <a:ext uri="{FF2B5EF4-FFF2-40B4-BE49-F238E27FC236}">
                        <a16:creationId xmlns:a16="http://schemas.microsoft.com/office/drawing/2014/main" id="{646F88DB-9763-73A2-5946-9D4ED3E74A4D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3107917" y="5208289"/>
                    <a:ext cx="45719" cy="676719"/>
                  </a:xfrm>
                  <a:prstGeom prst="leftBracket">
                    <a:avLst/>
                  </a:prstGeom>
                  <a:noFill/>
                  <a:ln w="127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  <p:cxnSp>
                <p:nvCxnSpPr>
                  <p:cNvPr id="427" name="直接箭头连接符 99">
                    <a:extLst>
                      <a:ext uri="{FF2B5EF4-FFF2-40B4-BE49-F238E27FC236}">
                        <a16:creationId xmlns:a16="http://schemas.microsoft.com/office/drawing/2014/main" id="{077522D1-CF3A-A234-E89A-1B2CD6824D48}"/>
                      </a:ext>
                    </a:extLst>
                  </p:cNvPr>
                  <p:cNvCxnSpPr>
                    <a:cxnSpLocks/>
                    <a:stCxn id="426" idx="1"/>
                  </p:cNvCxnSpPr>
                  <p:nvPr/>
                </p:nvCxnSpPr>
                <p:spPr>
                  <a:xfrm>
                    <a:off x="3130777" y="5569508"/>
                    <a:ext cx="0" cy="182138"/>
                  </a:xfrm>
                  <a:prstGeom prst="straightConnector1">
                    <a:avLst/>
                  </a:prstGeom>
                  <a:noFill/>
                  <a:ln w="127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  <a:tailEnd type="triangle"/>
                  </a:ln>
                  <a:effectLst/>
                </p:spPr>
              </p:cxnSp>
            </p:grpSp>
            <p:grpSp>
              <p:nvGrpSpPr>
                <p:cNvPr id="413" name="组合 412">
                  <a:extLst>
                    <a:ext uri="{FF2B5EF4-FFF2-40B4-BE49-F238E27FC236}">
                      <a16:creationId xmlns:a16="http://schemas.microsoft.com/office/drawing/2014/main" id="{518676D1-706E-EFF6-253C-D78E7AB44ABC}"/>
                    </a:ext>
                  </a:extLst>
                </p:cNvPr>
                <p:cNvGrpSpPr/>
                <p:nvPr/>
              </p:nvGrpSpPr>
              <p:grpSpPr>
                <a:xfrm>
                  <a:off x="4728928" y="5625861"/>
                  <a:ext cx="943266" cy="669023"/>
                  <a:chOff x="2731531" y="5363181"/>
                  <a:chExt cx="787754" cy="558724"/>
                </a:xfrm>
              </p:grpSpPr>
              <p:sp>
                <p:nvSpPr>
                  <p:cNvPr id="414" name="椭圆 413">
                    <a:extLst>
                      <a:ext uri="{FF2B5EF4-FFF2-40B4-BE49-F238E27FC236}">
                        <a16:creationId xmlns:a16="http://schemas.microsoft.com/office/drawing/2014/main" id="{5E9D7064-D141-5BE2-44D1-4E9AA81A7EC4}"/>
                      </a:ext>
                    </a:extLst>
                  </p:cNvPr>
                  <p:cNvSpPr/>
                  <p:nvPr/>
                </p:nvSpPr>
                <p:spPr>
                  <a:xfrm>
                    <a:off x="2731531" y="5363181"/>
                    <a:ext cx="121774" cy="120448"/>
                  </a:xfrm>
                  <a:prstGeom prst="ellipse">
                    <a:avLst/>
                  </a:prstGeom>
                  <a:solidFill>
                    <a:srgbClr val="F7AC46"/>
                  </a:solidFill>
                  <a:ln w="12700" cap="flat" cmpd="sng" algn="ctr">
                    <a:solidFill>
                      <a:srgbClr val="4874CB">
                        <a:shade val="15000"/>
                      </a:srgbClr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  <p:sp>
                <p:nvSpPr>
                  <p:cNvPr id="415" name="椭圆 414">
                    <a:extLst>
                      <a:ext uri="{FF2B5EF4-FFF2-40B4-BE49-F238E27FC236}">
                        <a16:creationId xmlns:a16="http://schemas.microsoft.com/office/drawing/2014/main" id="{AB2E9795-36E9-6B36-DE1D-9888FD5056FF}"/>
                      </a:ext>
                    </a:extLst>
                  </p:cNvPr>
                  <p:cNvSpPr/>
                  <p:nvPr/>
                </p:nvSpPr>
                <p:spPr>
                  <a:xfrm>
                    <a:off x="2953524" y="5363181"/>
                    <a:ext cx="121774" cy="120448"/>
                  </a:xfrm>
                  <a:prstGeom prst="ellipse">
                    <a:avLst/>
                  </a:prstGeom>
                  <a:solidFill>
                    <a:srgbClr val="F7AC46"/>
                  </a:solidFill>
                  <a:ln w="12700" cap="flat" cmpd="sng" algn="ctr">
                    <a:solidFill>
                      <a:srgbClr val="4874CB">
                        <a:shade val="15000"/>
                      </a:srgbClr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  <p:sp>
                <p:nvSpPr>
                  <p:cNvPr id="416" name="椭圆 415">
                    <a:extLst>
                      <a:ext uri="{FF2B5EF4-FFF2-40B4-BE49-F238E27FC236}">
                        <a16:creationId xmlns:a16="http://schemas.microsoft.com/office/drawing/2014/main" id="{27679F0C-0918-899F-FDF5-F8B7F231E650}"/>
                      </a:ext>
                    </a:extLst>
                  </p:cNvPr>
                  <p:cNvSpPr/>
                  <p:nvPr/>
                </p:nvSpPr>
                <p:spPr>
                  <a:xfrm>
                    <a:off x="3175517" y="5363181"/>
                    <a:ext cx="121774" cy="120448"/>
                  </a:xfrm>
                  <a:prstGeom prst="ellipse">
                    <a:avLst/>
                  </a:prstGeom>
                  <a:solidFill>
                    <a:srgbClr val="F7AC46"/>
                  </a:solidFill>
                  <a:ln w="12700" cap="flat" cmpd="sng" algn="ctr">
                    <a:solidFill>
                      <a:srgbClr val="4874CB">
                        <a:shade val="15000"/>
                      </a:srgbClr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  <p:sp>
                <p:nvSpPr>
                  <p:cNvPr id="417" name="椭圆 416">
                    <a:extLst>
                      <a:ext uri="{FF2B5EF4-FFF2-40B4-BE49-F238E27FC236}">
                        <a16:creationId xmlns:a16="http://schemas.microsoft.com/office/drawing/2014/main" id="{8EF3F579-E808-E9F2-E5E3-9CCE8F40FD49}"/>
                      </a:ext>
                    </a:extLst>
                  </p:cNvPr>
                  <p:cNvSpPr/>
                  <p:nvPr/>
                </p:nvSpPr>
                <p:spPr>
                  <a:xfrm>
                    <a:off x="3397511" y="5363181"/>
                    <a:ext cx="121774" cy="120448"/>
                  </a:xfrm>
                  <a:prstGeom prst="ellipse">
                    <a:avLst/>
                  </a:prstGeom>
                  <a:solidFill>
                    <a:srgbClr val="F7AC46"/>
                  </a:solidFill>
                  <a:ln w="12700" cap="flat" cmpd="sng" algn="ctr">
                    <a:solidFill>
                      <a:srgbClr val="4874CB">
                        <a:shade val="15000"/>
                      </a:srgbClr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  <p:sp>
                <p:nvSpPr>
                  <p:cNvPr id="418" name="椭圆 417">
                    <a:extLst>
                      <a:ext uri="{FF2B5EF4-FFF2-40B4-BE49-F238E27FC236}">
                        <a16:creationId xmlns:a16="http://schemas.microsoft.com/office/drawing/2014/main" id="{A77C2D52-3D52-C2AC-56DC-169E9437B9D6}"/>
                      </a:ext>
                    </a:extLst>
                  </p:cNvPr>
                  <p:cNvSpPr/>
                  <p:nvPr/>
                </p:nvSpPr>
                <p:spPr>
                  <a:xfrm>
                    <a:off x="3067305" y="5788577"/>
                    <a:ext cx="134796" cy="133328"/>
                  </a:xfrm>
                  <a:prstGeom prst="ellipse">
                    <a:avLst/>
                  </a:prstGeom>
                  <a:solidFill>
                    <a:srgbClr val="F7AC46"/>
                  </a:solidFill>
                  <a:ln w="12700" cap="flat" cmpd="sng" algn="ctr">
                    <a:solidFill>
                      <a:srgbClr val="4874CB">
                        <a:shade val="15000"/>
                      </a:srgbClr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  <p:sp>
                <p:nvSpPr>
                  <p:cNvPr id="419" name="左中括号 418">
                    <a:extLst>
                      <a:ext uri="{FF2B5EF4-FFF2-40B4-BE49-F238E27FC236}">
                        <a16:creationId xmlns:a16="http://schemas.microsoft.com/office/drawing/2014/main" id="{7451A462-F2FF-8FA4-83EF-687F8B86D55F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3107917" y="5208289"/>
                    <a:ext cx="45719" cy="676719"/>
                  </a:xfrm>
                  <a:prstGeom prst="leftBracket">
                    <a:avLst/>
                  </a:prstGeom>
                  <a:noFill/>
                  <a:ln w="127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  <p:cxnSp>
                <p:nvCxnSpPr>
                  <p:cNvPr id="420" name="直接箭头连接符 99">
                    <a:extLst>
                      <a:ext uri="{FF2B5EF4-FFF2-40B4-BE49-F238E27FC236}">
                        <a16:creationId xmlns:a16="http://schemas.microsoft.com/office/drawing/2014/main" id="{CDF0B92D-2DF2-B6EB-DF59-9586249F6D0A}"/>
                      </a:ext>
                    </a:extLst>
                  </p:cNvPr>
                  <p:cNvCxnSpPr>
                    <a:cxnSpLocks/>
                    <a:stCxn id="419" idx="1"/>
                  </p:cNvCxnSpPr>
                  <p:nvPr/>
                </p:nvCxnSpPr>
                <p:spPr>
                  <a:xfrm>
                    <a:off x="3130777" y="5569508"/>
                    <a:ext cx="0" cy="182138"/>
                  </a:xfrm>
                  <a:prstGeom prst="straightConnector1">
                    <a:avLst/>
                  </a:prstGeom>
                  <a:noFill/>
                  <a:ln w="127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  <a:tailEnd type="triangle"/>
                  </a:ln>
                  <a:effectLst/>
                </p:spPr>
              </p:cxnSp>
            </p:grpSp>
          </p:grpSp>
        </p:grpSp>
        <p:grpSp>
          <p:nvGrpSpPr>
            <p:cNvPr id="401" name="组合 400">
              <a:extLst>
                <a:ext uri="{FF2B5EF4-FFF2-40B4-BE49-F238E27FC236}">
                  <a16:creationId xmlns:a16="http://schemas.microsoft.com/office/drawing/2014/main" id="{99961B31-8885-117F-37AE-A22A61E5FB73}"/>
                </a:ext>
              </a:extLst>
            </p:cNvPr>
            <p:cNvGrpSpPr/>
            <p:nvPr/>
          </p:nvGrpSpPr>
          <p:grpSpPr>
            <a:xfrm>
              <a:off x="2583814" y="4752557"/>
              <a:ext cx="1601623" cy="276999"/>
              <a:chOff x="3298411" y="3576051"/>
              <a:chExt cx="1522522" cy="263319"/>
            </a:xfrm>
          </p:grpSpPr>
          <p:cxnSp>
            <p:nvCxnSpPr>
              <p:cNvPr id="403" name="直接箭头连接符 143">
                <a:extLst>
                  <a:ext uri="{FF2B5EF4-FFF2-40B4-BE49-F238E27FC236}">
                    <a16:creationId xmlns:a16="http://schemas.microsoft.com/office/drawing/2014/main" id="{8E58B17C-7F1F-2133-9A40-6A3800669BCA}"/>
                  </a:ext>
                </a:extLst>
              </p:cNvPr>
              <p:cNvCxnSpPr/>
              <p:nvPr/>
            </p:nvCxnSpPr>
            <p:spPr>
              <a:xfrm>
                <a:off x="3298411" y="3610887"/>
                <a:ext cx="0" cy="184082"/>
              </a:xfrm>
              <a:prstGeom prst="straightConnector1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  <p:sp>
            <p:nvSpPr>
              <p:cNvPr id="404" name="文本框 403">
                <a:extLst>
                  <a:ext uri="{FF2B5EF4-FFF2-40B4-BE49-F238E27FC236}">
                    <a16:creationId xmlns:a16="http://schemas.microsoft.com/office/drawing/2014/main" id="{5A9DB7DA-204E-A36D-47C4-82467A04DBFA}"/>
                  </a:ext>
                </a:extLst>
              </p:cNvPr>
              <p:cNvSpPr txBox="1"/>
              <p:nvPr/>
            </p:nvSpPr>
            <p:spPr>
              <a:xfrm>
                <a:off x="3304411" y="3576051"/>
                <a:ext cx="1516522" cy="2633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>
                  <a:defRPr/>
                </a:pPr>
                <a:r>
                  <a:rPr lang="en-US" altLang="zh-CN" sz="1200" kern="0" dirty="0">
                    <a:solidFill>
                      <a:prstClr val="black"/>
                    </a:solidFill>
                    <a:latin typeface="Cambria" panose="02040503050406030204" pitchFamily="18" charset="0"/>
                    <a:ea typeface="微软雅黑" panose="020B0503020204020204" pitchFamily="34" charset="-122"/>
                    <a:cs typeface="Times New Roman" panose="02020803070505020304" pitchFamily="18" charset="0"/>
                  </a:rPr>
                  <a:t>Average-Fuse ×4</a:t>
                </a:r>
                <a:endPara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微软雅黑" panose="020B0503020204020204" pitchFamily="34" charset="-122"/>
                  <a:cs typeface="Times New Roman" panose="02020803070505020304" pitchFamily="18" charset="0"/>
                </a:endParaRPr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2" name="文本框 401">
                  <a:extLst>
                    <a:ext uri="{FF2B5EF4-FFF2-40B4-BE49-F238E27FC236}">
                      <a16:creationId xmlns:a16="http://schemas.microsoft.com/office/drawing/2014/main" id="{6CD67EBB-132B-3309-41E7-AEE813B3ACEE}"/>
                    </a:ext>
                  </a:extLst>
                </p:cNvPr>
                <p:cNvSpPr txBox="1"/>
                <p:nvPr/>
              </p:nvSpPr>
              <p:spPr>
                <a:xfrm>
                  <a:off x="436895" y="3005398"/>
                  <a:ext cx="697819" cy="67710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zh-CN" sz="1400" b="0" i="1" u="none" strike="noStrike" kern="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1400" b="0" i="1" u="none" strike="noStrike" kern="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kumimoji="0" lang="en-US" altLang="zh-CN" sz="1400" b="0" i="1" u="none" strike="noStrike" kern="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kumimoji="0" lang="en-US" altLang="zh-CN" sz="1400" b="0" i="1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=12</m:t>
                        </m:r>
                      </m:oMath>
                    </m:oMathPara>
                  </a14:m>
                  <a:endParaRPr kumimoji="0" lang="en-US" altLang="zh-CN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微软雅黑" panose="020B0503020204020204" pitchFamily="34" charset="-122"/>
                    <a:cs typeface="Times New Roman" panose="02020803070505020304" pitchFamily="18" charset="0"/>
                  </a:endParaRPr>
                </a:p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mbria" panose="02040503050406030204" pitchFamily="18" charset="0"/>
                      <a:ea typeface="微软雅黑" panose="020B0503020204020204" pitchFamily="34" charset="-122"/>
                      <a:cs typeface="Times New Roman" panose="02020803070505020304" pitchFamily="18" charset="0"/>
                    </a:rPr>
                    <a:t>𝑔= 0</a:t>
                  </a:r>
                </a:p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mbria" panose="02040503050406030204" pitchFamily="18" charset="0"/>
                      <a:ea typeface="微软雅黑" panose="020B0503020204020204" pitchFamily="34" charset="-122"/>
                      <a:cs typeface="Times New Roman" panose="02020803070505020304" pitchFamily="18" charset="0"/>
                    </a:rPr>
                    <a:t>Fine</a:t>
                  </a:r>
                </a:p>
              </p:txBody>
            </p:sp>
          </mc:Choice>
          <mc:Fallback>
            <p:sp>
              <p:nvSpPr>
                <p:cNvPr id="402" name="文本框 401">
                  <a:extLst>
                    <a:ext uri="{FF2B5EF4-FFF2-40B4-BE49-F238E27FC236}">
                      <a16:creationId xmlns:a16="http://schemas.microsoft.com/office/drawing/2014/main" id="{6CD67EBB-132B-3309-41E7-AEE813B3AC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6895" y="3005398"/>
                  <a:ext cx="697819" cy="677108"/>
                </a:xfrm>
                <a:prstGeom prst="rect">
                  <a:avLst/>
                </a:prstGeom>
                <a:blipFill>
                  <a:blip r:embed="rId22"/>
                  <a:stretch>
                    <a:fillRect l="-5357" r="-5357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8" name="直线箭头连接符 337">
              <a:extLst>
                <a:ext uri="{FF2B5EF4-FFF2-40B4-BE49-F238E27FC236}">
                  <a16:creationId xmlns:a16="http://schemas.microsoft.com/office/drawing/2014/main" id="{2F6948F8-A853-25F2-2DCB-6F7D1A4C62DD}"/>
                </a:ext>
              </a:extLst>
            </p:cNvPr>
            <p:cNvCxnSpPr>
              <a:cxnSpLocks/>
            </p:cNvCxnSpPr>
            <p:nvPr/>
          </p:nvCxnSpPr>
          <p:spPr>
            <a:xfrm>
              <a:off x="2583814" y="2772867"/>
              <a:ext cx="0" cy="197084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339" name="肘形连接符 338">
              <a:extLst>
                <a:ext uri="{FF2B5EF4-FFF2-40B4-BE49-F238E27FC236}">
                  <a16:creationId xmlns:a16="http://schemas.microsoft.com/office/drawing/2014/main" id="{39829F64-EDAE-DCB5-36B1-B13E5E5CF5D1}"/>
                </a:ext>
              </a:extLst>
            </p:cNvPr>
            <p:cNvCxnSpPr>
              <a:cxnSpLocks/>
              <a:endCxn id="383" idx="2"/>
            </p:cNvCxnSpPr>
            <p:nvPr/>
          </p:nvCxnSpPr>
          <p:spPr>
            <a:xfrm flipV="1">
              <a:off x="2583814" y="2685105"/>
              <a:ext cx="2475561" cy="87762"/>
            </a:xfrm>
            <a:prstGeom prst="bentConnector2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tailEnd type="none"/>
            </a:ln>
            <a:effectLst/>
          </p:spPr>
        </p:cxnSp>
        <p:sp>
          <p:nvSpPr>
            <p:cNvPr id="5" name="矩形: 圆角 593">
              <a:extLst>
                <a:ext uri="{FF2B5EF4-FFF2-40B4-BE49-F238E27FC236}">
                  <a16:creationId xmlns:a16="http://schemas.microsoft.com/office/drawing/2014/main" id="{A7F08ABD-873E-F266-38C0-168E9AC20149}"/>
                </a:ext>
              </a:extLst>
            </p:cNvPr>
            <p:cNvSpPr/>
            <p:nvPr/>
          </p:nvSpPr>
          <p:spPr>
            <a:xfrm>
              <a:off x="9639755" y="4043102"/>
              <a:ext cx="1587175" cy="647332"/>
            </a:xfrm>
            <a:prstGeom prst="roundRect">
              <a:avLst/>
            </a:prstGeom>
            <a:solidFill>
              <a:srgbClr val="E3F2FD"/>
            </a:solidFill>
            <a:ln w="12700" cap="flat" cmpd="sng" algn="ctr">
              <a:solidFill>
                <a:srgbClr val="1565C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1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微软雅黑" panose="020B0503020204020204" pitchFamily="34" charset="-122"/>
                  <a:cs typeface="Arial" panose="020B0604020202020204" pitchFamily="34" charset="0"/>
                </a:rPr>
                <a:t>RATR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altLang="zh-CN" sz="1100" b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微软雅黑" panose="020B0503020204020204" pitchFamily="34" charset="-122"/>
                  <a:cs typeface="Arial" panose="020B0604020202020204" pitchFamily="34" charset="0"/>
                </a:rPr>
                <a:t>(training only)</a:t>
              </a:r>
              <a:endParaRPr kumimoji="0" lang="zh-CN" altLang="en-US" sz="1100" b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33228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88</Words>
  <Application>Microsoft Macintosh PowerPoint</Application>
  <PresentationFormat>宽屏</PresentationFormat>
  <Paragraphs>39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等线</vt:lpstr>
      <vt:lpstr>等线 Light</vt:lpstr>
      <vt:lpstr>Arial</vt:lpstr>
      <vt:lpstr>Calibri</vt:lpstr>
      <vt:lpstr>Cambria</vt:lpstr>
      <vt:lpstr>Cambria Math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a1468</dc:creator>
  <cp:lastModifiedBy>非凡 蔡</cp:lastModifiedBy>
  <cp:revision>11</cp:revision>
  <dcterms:created xsi:type="dcterms:W3CDTF">2026-05-02T09:41:18Z</dcterms:created>
  <dcterms:modified xsi:type="dcterms:W3CDTF">2026-07-08T08:44:27Z</dcterms:modified>
</cp:coreProperties>
</file>